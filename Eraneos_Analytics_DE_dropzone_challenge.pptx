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4"/>
  </p:sldMasterIdLst>
  <p:notesMasterIdLst>
    <p:notesMasterId r:id="rId10"/>
  </p:notesMasterIdLst>
  <p:handoutMasterIdLst>
    <p:handoutMasterId r:id="rId11"/>
  </p:handoutMasterIdLst>
  <p:sldIdLst>
    <p:sldId id="2147479772" r:id="rId5"/>
    <p:sldId id="2147483638" r:id="rId6"/>
    <p:sldId id="2147483642" r:id="rId7"/>
    <p:sldId id="2147483640" r:id="rId8"/>
    <p:sldId id="2147483641" r:id="rId9"/>
  </p:sldIdLst>
  <p:sldSz cx="12192000" cy="6858000"/>
  <p:notesSz cx="6858000" cy="9144000"/>
  <p:custDataLst>
    <p:tags r:id="rId12"/>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28A463-E7A2-68AE-92BD-5CD657989994}" name="Andrew Curran" initials="AC" userId="S::andrew.curran@eraneos.com::a3863812-7cd4-4576-bf46-b5bcf6048772" providerId="AD"/>
  <p188:author id="{25546993-A2C5-53E8-9ACC-2A96606BF259}" name="Bruns, Sebastian" initials="BS" userId="S::Sebastian.Bruns@hlag.com::e83ac0fe-f779-4731-bcbd-e8726a79ec15" providerId="AD"/>
  <p188:author id="{98EE40A1-1D05-630C-5909-690FE1A5C0A2}" name="Sebastian Bruns" initials="SB" userId="S::sebastian.bruns@eraneos.com::6d4f09b8-dc1b-4f47-8ebf-4faa1198091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leidt, Benjamin" initials="KB" lastIdx="9" clrIdx="0">
    <p:extLst>
      <p:ext uri="{19B8F6BF-5375-455C-9EA6-DF929625EA0E}">
        <p15:presenceInfo xmlns:p15="http://schemas.microsoft.com/office/powerpoint/2012/main" userId="S::bekl@pdpe.de::75a3586b-a16f-4f52-abec-832f332ee5c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64FF"/>
    <a:srgbClr val="F1F3F5"/>
    <a:srgbClr val="F2F2F2"/>
    <a:srgbClr val="F6F6F6"/>
    <a:srgbClr val="ECECEC"/>
    <a:srgbClr val="BFBFBF"/>
    <a:srgbClr val="F2F5F7"/>
    <a:srgbClr val="FFCC00"/>
    <a:srgbClr val="FFC700"/>
    <a:srgbClr val="FFD5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717947-A34A-C84B-B3BC-5537762344F3}" v="193" dt="2025-11-17T16:27:48.544"/>
  </p1510:revLst>
</p1510:revInfo>
</file>

<file path=ppt/tableStyles.xml><?xml version="1.0" encoding="utf-8"?>
<a:tblStyleLst xmlns:a="http://schemas.openxmlformats.org/drawingml/2006/main" def="{5940675A-B579-460E-94D1-54222C63F5D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9"/>
    <p:restoredTop sz="94626"/>
  </p:normalViewPr>
  <p:slideViewPr>
    <p:cSldViewPr snapToGrid="0">
      <p:cViewPr varScale="1">
        <p:scale>
          <a:sx n="121" d="100"/>
          <a:sy n="121" d="100"/>
        </p:scale>
        <p:origin x="688" y="16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notesMaster" Target="notesMasters/notesMaster1.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Curran" userId="S::andrew.curran@eraneos.com::a3863812-7cd4-4576-bf46-b5bcf6048772" providerId="AD" clId="Web-{D354FE64-988F-A11D-3151-D100A47BF778}"/>
    <pc:docChg chg="modSld">
      <pc:chgData name="Andrew Curran" userId="S::andrew.curran@eraneos.com::a3863812-7cd4-4576-bf46-b5bcf6048772" providerId="AD" clId="Web-{D354FE64-988F-A11D-3151-D100A47BF778}" dt="2025-11-04T16:02:48.578" v="33" actId="20577"/>
      <pc:docMkLst>
        <pc:docMk/>
      </pc:docMkLst>
      <pc:sldChg chg="modSp modCm">
        <pc:chgData name="Andrew Curran" userId="S::andrew.curran@eraneos.com::a3863812-7cd4-4576-bf46-b5bcf6048772" providerId="AD" clId="Web-{D354FE64-988F-A11D-3151-D100A47BF778}" dt="2025-11-04T16:02:48.578" v="33" actId="20577"/>
        <pc:sldMkLst>
          <pc:docMk/>
          <pc:sldMk cId="1645354078" sldId="2147483638"/>
        </pc:sldMkLst>
        <pc:spChg chg="mod">
          <ac:chgData name="Andrew Curran" userId="S::andrew.curran@eraneos.com::a3863812-7cd4-4576-bf46-b5bcf6048772" providerId="AD" clId="Web-{D354FE64-988F-A11D-3151-D100A47BF778}" dt="2025-11-04T16:02:48.578" v="33" actId="20577"/>
          <ac:spMkLst>
            <pc:docMk/>
            <pc:sldMk cId="1645354078" sldId="2147483638"/>
            <ac:spMk id="8" creationId="{68C29CB6-1123-5582-6699-61E759C33336}"/>
          </ac:spMkLst>
        </pc:spChg>
        <pc:extLst>
          <p:ext xmlns:p="http://schemas.openxmlformats.org/presentationml/2006/main" uri="{D6D511B9-2390-475A-947B-AFAB55BFBCF1}">
            <pc226:cmChg xmlns:pc226="http://schemas.microsoft.com/office/powerpoint/2022/06/main/command" chg="mod">
              <pc226:chgData name="Andrew Curran" userId="S::andrew.curran@eraneos.com::a3863812-7cd4-4576-bf46-b5bcf6048772" providerId="AD" clId="Web-{D354FE64-988F-A11D-3151-D100A47BF778}" dt="2025-11-04T16:02:48.578" v="33" actId="20577"/>
              <pc2:cmMkLst xmlns:pc2="http://schemas.microsoft.com/office/powerpoint/2019/9/main/command">
                <pc:docMk/>
                <pc:sldMk cId="1645354078" sldId="2147483638"/>
                <pc2:cmMk id="{2EA67407-A164-A242-B8DC-7C27484A57D2}"/>
              </pc2:cmMkLst>
            </pc226:cmChg>
            <pc226:cmChg xmlns:pc226="http://schemas.microsoft.com/office/powerpoint/2022/06/main/command" chg="mod">
              <pc226:chgData name="Andrew Curran" userId="S::andrew.curran@eraneos.com::a3863812-7cd4-4576-bf46-b5bcf6048772" providerId="AD" clId="Web-{D354FE64-988F-A11D-3151-D100A47BF778}" dt="2025-11-04T16:02:48.578" v="33" actId="20577"/>
              <pc2:cmMkLst xmlns:pc2="http://schemas.microsoft.com/office/powerpoint/2019/9/main/command">
                <pc:docMk/>
                <pc:sldMk cId="1645354078" sldId="2147483638"/>
                <pc2:cmMk id="{A23C5596-DD86-9348-BBD8-6AD1D50F9ADE}"/>
              </pc2:cmMkLst>
            </pc226:cmChg>
            <pc226:cmChg xmlns:pc226="http://schemas.microsoft.com/office/powerpoint/2022/06/main/command" chg="mod">
              <pc226:chgData name="Andrew Curran" userId="S::andrew.curran@eraneos.com::a3863812-7cd4-4576-bf46-b5bcf6048772" providerId="AD" clId="Web-{D354FE64-988F-A11D-3151-D100A47BF778}" dt="2025-11-04T16:02:48.578" v="33" actId="20577"/>
              <pc2:cmMkLst xmlns:pc2="http://schemas.microsoft.com/office/powerpoint/2019/9/main/command">
                <pc:docMk/>
                <pc:sldMk cId="1645354078" sldId="2147483638"/>
                <pc2:cmMk id="{688529E4-A7F8-5D48-9E9C-7BCFC3E47CA3}"/>
              </pc2:cmMkLst>
            </pc226:cmChg>
            <pc226:cmChg xmlns:pc226="http://schemas.microsoft.com/office/powerpoint/2022/06/main/command" chg="mod">
              <pc226:chgData name="Andrew Curran" userId="S::andrew.curran@eraneos.com::a3863812-7cd4-4576-bf46-b5bcf6048772" providerId="AD" clId="Web-{D354FE64-988F-A11D-3151-D100A47BF778}" dt="2025-11-04T16:02:48.578" v="33" actId="20577"/>
              <pc2:cmMkLst xmlns:pc2="http://schemas.microsoft.com/office/powerpoint/2019/9/main/command">
                <pc:docMk/>
                <pc:sldMk cId="1645354078" sldId="2147483638"/>
                <pc2:cmMk id="{360B6CF2-5AAF-BB4E-B8F7-F9874FC984FC}"/>
              </pc2:cmMkLst>
            </pc226:cmChg>
          </p:ext>
        </pc:extLst>
      </pc:sldChg>
    </pc:docChg>
  </pc:docChgLst>
  <pc:docChgLst>
    <pc:chgData name="Sebastian Bruns" userId="6d4f09b8-dc1b-4f47-8ebf-4faa1198091f" providerId="ADAL" clId="{C01B6D89-212D-5FAA-88AC-74B1E6DF6752}"/>
    <pc:docChg chg="custSel modSld">
      <pc:chgData name="Sebastian Bruns" userId="6d4f09b8-dc1b-4f47-8ebf-4faa1198091f" providerId="ADAL" clId="{C01B6D89-212D-5FAA-88AC-74B1E6DF6752}" dt="2025-11-17T16:27:48.544" v="1359"/>
      <pc:docMkLst>
        <pc:docMk/>
      </pc:docMkLst>
      <pc:sldChg chg="modSp mod">
        <pc:chgData name="Sebastian Bruns" userId="6d4f09b8-dc1b-4f47-8ebf-4faa1198091f" providerId="ADAL" clId="{C01B6D89-212D-5FAA-88AC-74B1E6DF6752}" dt="2025-11-17T15:55:03.228" v="34" actId="20577"/>
        <pc:sldMkLst>
          <pc:docMk/>
          <pc:sldMk cId="1301634184" sldId="453"/>
        </pc:sldMkLst>
        <pc:spChg chg="mod">
          <ac:chgData name="Sebastian Bruns" userId="6d4f09b8-dc1b-4f47-8ebf-4faa1198091f" providerId="ADAL" clId="{C01B6D89-212D-5FAA-88AC-74B1E6DF6752}" dt="2025-11-17T15:55:03.228" v="34" actId="20577"/>
          <ac:spMkLst>
            <pc:docMk/>
            <pc:sldMk cId="1301634184" sldId="453"/>
            <ac:spMk id="14" creationId="{5C062538-1EB7-4E28-5A27-36610994172B}"/>
          </ac:spMkLst>
        </pc:spChg>
      </pc:sldChg>
      <pc:sldChg chg="addSp delSp modSp mod modCm">
        <pc:chgData name="Sebastian Bruns" userId="6d4f09b8-dc1b-4f47-8ebf-4faa1198091f" providerId="ADAL" clId="{C01B6D89-212D-5FAA-88AC-74B1E6DF6752}" dt="2025-11-17T16:27:48.544" v="1359"/>
        <pc:sldMkLst>
          <pc:docMk/>
          <pc:sldMk cId="1645354078" sldId="2147483638"/>
        </pc:sldMkLst>
        <pc:spChg chg="add del mod modVis">
          <ac:chgData name="Sebastian Bruns" userId="6d4f09b8-dc1b-4f47-8ebf-4faa1198091f" providerId="ADAL" clId="{C01B6D89-212D-5FAA-88AC-74B1E6DF6752}" dt="2025-11-17T16:21:41.322" v="66"/>
          <ac:spMkLst>
            <pc:docMk/>
            <pc:sldMk cId="1645354078" sldId="2147483638"/>
            <ac:spMk id="4" creationId="{A0B84705-3E8B-7C87-93BA-603708E9E922}"/>
          </ac:spMkLst>
        </pc:spChg>
        <pc:spChg chg="mod">
          <ac:chgData name="Sebastian Bruns" userId="6d4f09b8-dc1b-4f47-8ebf-4faa1198091f" providerId="ADAL" clId="{C01B6D89-212D-5FAA-88AC-74B1E6DF6752}" dt="2025-11-17T16:27:48.515" v="1336" actId="948"/>
          <ac:spMkLst>
            <pc:docMk/>
            <pc:sldMk cId="1645354078" sldId="2147483638"/>
            <ac:spMk id="8" creationId="{68C29CB6-1123-5582-6699-61E759C33336}"/>
          </ac:spMkLst>
        </pc:spChg>
        <pc:spChg chg="add del mod modVis">
          <ac:chgData name="Sebastian Bruns" userId="6d4f09b8-dc1b-4f47-8ebf-4faa1198091f" providerId="ADAL" clId="{C01B6D89-212D-5FAA-88AC-74B1E6DF6752}" dt="2025-11-17T16:21:44.232" v="101"/>
          <ac:spMkLst>
            <pc:docMk/>
            <pc:sldMk cId="1645354078" sldId="2147483638"/>
            <ac:spMk id="13" creationId="{B9D026A8-298A-179F-209D-182202B30BBC}"/>
          </ac:spMkLst>
        </pc:spChg>
        <pc:spChg chg="add del mod modVis">
          <ac:chgData name="Sebastian Bruns" userId="6d4f09b8-dc1b-4f47-8ebf-4faa1198091f" providerId="ADAL" clId="{C01B6D89-212D-5FAA-88AC-74B1E6DF6752}" dt="2025-11-17T16:22:28.885" v="126"/>
          <ac:spMkLst>
            <pc:docMk/>
            <pc:sldMk cId="1645354078" sldId="2147483638"/>
            <ac:spMk id="16" creationId="{2D971F52-DFC4-73A8-7C27-E5E9C0C01F48}"/>
          </ac:spMkLst>
        </pc:spChg>
        <pc:spChg chg="add del mod modVis">
          <ac:chgData name="Sebastian Bruns" userId="6d4f09b8-dc1b-4f47-8ebf-4faa1198091f" providerId="ADAL" clId="{C01B6D89-212D-5FAA-88AC-74B1E6DF6752}" dt="2025-11-17T16:22:29.780" v="151"/>
          <ac:spMkLst>
            <pc:docMk/>
            <pc:sldMk cId="1645354078" sldId="2147483638"/>
            <ac:spMk id="17" creationId="{CE38DFEB-6F4E-2BAF-DC61-3BE2FFB1CD6F}"/>
          </ac:spMkLst>
        </pc:spChg>
        <pc:spChg chg="add del mod modVis">
          <ac:chgData name="Sebastian Bruns" userId="6d4f09b8-dc1b-4f47-8ebf-4faa1198091f" providerId="ADAL" clId="{C01B6D89-212D-5FAA-88AC-74B1E6DF6752}" dt="2025-11-17T16:22:40.192" v="178"/>
          <ac:spMkLst>
            <pc:docMk/>
            <pc:sldMk cId="1645354078" sldId="2147483638"/>
            <ac:spMk id="19" creationId="{FE2D5A0C-E277-8379-52E9-6E0E22BD144F}"/>
          </ac:spMkLst>
        </pc:spChg>
        <pc:spChg chg="add del mod modVis">
          <ac:chgData name="Sebastian Bruns" userId="6d4f09b8-dc1b-4f47-8ebf-4faa1198091f" providerId="ADAL" clId="{C01B6D89-212D-5FAA-88AC-74B1E6DF6752}" dt="2025-11-17T16:22:44.205" v="217"/>
          <ac:spMkLst>
            <pc:docMk/>
            <pc:sldMk cId="1645354078" sldId="2147483638"/>
            <ac:spMk id="20" creationId="{D13E7522-BF2F-D465-7F60-32FB1349DDB9}"/>
          </ac:spMkLst>
        </pc:spChg>
        <pc:spChg chg="add del mod modVis">
          <ac:chgData name="Sebastian Bruns" userId="6d4f09b8-dc1b-4f47-8ebf-4faa1198091f" providerId="ADAL" clId="{C01B6D89-212D-5FAA-88AC-74B1E6DF6752}" dt="2025-11-17T16:22:47.501" v="248"/>
          <ac:spMkLst>
            <pc:docMk/>
            <pc:sldMk cId="1645354078" sldId="2147483638"/>
            <ac:spMk id="21" creationId="{09D3C0D2-49D3-4F97-9B08-E2A4009B4B18}"/>
          </ac:spMkLst>
        </pc:spChg>
        <pc:spChg chg="add del mod modVis">
          <ac:chgData name="Sebastian Bruns" userId="6d4f09b8-dc1b-4f47-8ebf-4faa1198091f" providerId="ADAL" clId="{C01B6D89-212D-5FAA-88AC-74B1E6DF6752}" dt="2025-11-17T16:22:57.352" v="275"/>
          <ac:spMkLst>
            <pc:docMk/>
            <pc:sldMk cId="1645354078" sldId="2147483638"/>
            <ac:spMk id="22" creationId="{B37876B6-BB70-B697-9618-A3D1103A7DA0}"/>
          </ac:spMkLst>
        </pc:spChg>
        <pc:spChg chg="add del mod modVis">
          <ac:chgData name="Sebastian Bruns" userId="6d4f09b8-dc1b-4f47-8ebf-4faa1198091f" providerId="ADAL" clId="{C01B6D89-212D-5FAA-88AC-74B1E6DF6752}" dt="2025-11-17T16:22:59.843" v="308"/>
          <ac:spMkLst>
            <pc:docMk/>
            <pc:sldMk cId="1645354078" sldId="2147483638"/>
            <ac:spMk id="23" creationId="{99B14D60-49DF-4811-30A5-3D5A52D50A88}"/>
          </ac:spMkLst>
        </pc:spChg>
        <pc:spChg chg="add del mod modVis">
          <ac:chgData name="Sebastian Bruns" userId="6d4f09b8-dc1b-4f47-8ebf-4faa1198091f" providerId="ADAL" clId="{C01B6D89-212D-5FAA-88AC-74B1E6DF6752}" dt="2025-11-17T16:23:00.844" v="335"/>
          <ac:spMkLst>
            <pc:docMk/>
            <pc:sldMk cId="1645354078" sldId="2147483638"/>
            <ac:spMk id="24" creationId="{CC7F66BC-CC98-713F-FD71-E2DA6FBD0F9E}"/>
          </ac:spMkLst>
        </pc:spChg>
        <pc:spChg chg="add del mod modVis">
          <ac:chgData name="Sebastian Bruns" userId="6d4f09b8-dc1b-4f47-8ebf-4faa1198091f" providerId="ADAL" clId="{C01B6D89-212D-5FAA-88AC-74B1E6DF6752}" dt="2025-11-17T16:23:03.429" v="362"/>
          <ac:spMkLst>
            <pc:docMk/>
            <pc:sldMk cId="1645354078" sldId="2147483638"/>
            <ac:spMk id="25" creationId="{9FB0644B-12DD-AEAD-8D1B-B4FC109BCF31}"/>
          </ac:spMkLst>
        </pc:spChg>
        <pc:spChg chg="add del mod modVis">
          <ac:chgData name="Sebastian Bruns" userId="6d4f09b8-dc1b-4f47-8ebf-4faa1198091f" providerId="ADAL" clId="{C01B6D89-212D-5FAA-88AC-74B1E6DF6752}" dt="2025-11-17T16:23:04.112" v="387"/>
          <ac:spMkLst>
            <pc:docMk/>
            <pc:sldMk cId="1645354078" sldId="2147483638"/>
            <ac:spMk id="26" creationId="{B5AA98BD-3168-A6FC-E53F-FA8CA93868DF}"/>
          </ac:spMkLst>
        </pc:spChg>
        <pc:spChg chg="add del mod modVis">
          <ac:chgData name="Sebastian Bruns" userId="6d4f09b8-dc1b-4f47-8ebf-4faa1198091f" providerId="ADAL" clId="{C01B6D89-212D-5FAA-88AC-74B1E6DF6752}" dt="2025-11-17T16:23:08.131" v="412"/>
          <ac:spMkLst>
            <pc:docMk/>
            <pc:sldMk cId="1645354078" sldId="2147483638"/>
            <ac:spMk id="27" creationId="{F68FB3F0-36A8-F45E-9E4D-46723BF2D859}"/>
          </ac:spMkLst>
        </pc:spChg>
        <pc:spChg chg="add del mod modVis">
          <ac:chgData name="Sebastian Bruns" userId="6d4f09b8-dc1b-4f47-8ebf-4faa1198091f" providerId="ADAL" clId="{C01B6D89-212D-5FAA-88AC-74B1E6DF6752}" dt="2025-11-17T16:23:10.568" v="438"/>
          <ac:spMkLst>
            <pc:docMk/>
            <pc:sldMk cId="1645354078" sldId="2147483638"/>
            <ac:spMk id="28" creationId="{47E9D35A-3FBB-FC20-9CA0-E92F26182A8D}"/>
          </ac:spMkLst>
        </pc:spChg>
        <pc:spChg chg="add del mod modVis">
          <ac:chgData name="Sebastian Bruns" userId="6d4f09b8-dc1b-4f47-8ebf-4faa1198091f" providerId="ADAL" clId="{C01B6D89-212D-5FAA-88AC-74B1E6DF6752}" dt="2025-11-17T16:23:11.793" v="464"/>
          <ac:spMkLst>
            <pc:docMk/>
            <pc:sldMk cId="1645354078" sldId="2147483638"/>
            <ac:spMk id="29" creationId="{1DFC002F-F057-EEEC-06BF-21C333963973}"/>
          </ac:spMkLst>
        </pc:spChg>
        <pc:spChg chg="add del mod modVis">
          <ac:chgData name="Sebastian Bruns" userId="6d4f09b8-dc1b-4f47-8ebf-4faa1198091f" providerId="ADAL" clId="{C01B6D89-212D-5FAA-88AC-74B1E6DF6752}" dt="2025-11-17T16:23:13.273" v="490"/>
          <ac:spMkLst>
            <pc:docMk/>
            <pc:sldMk cId="1645354078" sldId="2147483638"/>
            <ac:spMk id="30" creationId="{003D4CAA-A641-1A57-EF9C-66E3A8047485}"/>
          </ac:spMkLst>
        </pc:spChg>
        <pc:spChg chg="add del mod modVis">
          <ac:chgData name="Sebastian Bruns" userId="6d4f09b8-dc1b-4f47-8ebf-4faa1198091f" providerId="ADAL" clId="{C01B6D89-212D-5FAA-88AC-74B1E6DF6752}" dt="2025-11-17T16:23:17.163" v="521"/>
          <ac:spMkLst>
            <pc:docMk/>
            <pc:sldMk cId="1645354078" sldId="2147483638"/>
            <ac:spMk id="31" creationId="{EF620C2D-00DD-A029-6E0D-75B152D18CFE}"/>
          </ac:spMkLst>
        </pc:spChg>
        <pc:spChg chg="add del mod modVis">
          <ac:chgData name="Sebastian Bruns" userId="6d4f09b8-dc1b-4f47-8ebf-4faa1198091f" providerId="ADAL" clId="{C01B6D89-212D-5FAA-88AC-74B1E6DF6752}" dt="2025-11-17T16:23:19.372" v="548"/>
          <ac:spMkLst>
            <pc:docMk/>
            <pc:sldMk cId="1645354078" sldId="2147483638"/>
            <ac:spMk id="32" creationId="{E05BF4C1-689D-29EF-FC54-A581D42D3067}"/>
          </ac:spMkLst>
        </pc:spChg>
        <pc:spChg chg="add del mod modVis">
          <ac:chgData name="Sebastian Bruns" userId="6d4f09b8-dc1b-4f47-8ebf-4faa1198091f" providerId="ADAL" clId="{C01B6D89-212D-5FAA-88AC-74B1E6DF6752}" dt="2025-11-17T16:23:20.962" v="573"/>
          <ac:spMkLst>
            <pc:docMk/>
            <pc:sldMk cId="1645354078" sldId="2147483638"/>
            <ac:spMk id="33" creationId="{43BCF73E-E071-1F80-7FDC-8BFA0A70C044}"/>
          </ac:spMkLst>
        </pc:spChg>
        <pc:spChg chg="add del mod modVis">
          <ac:chgData name="Sebastian Bruns" userId="6d4f09b8-dc1b-4f47-8ebf-4faa1198091f" providerId="ADAL" clId="{C01B6D89-212D-5FAA-88AC-74B1E6DF6752}" dt="2025-11-17T16:23:23.402" v="602"/>
          <ac:spMkLst>
            <pc:docMk/>
            <pc:sldMk cId="1645354078" sldId="2147483638"/>
            <ac:spMk id="34" creationId="{2C13E17E-2FDB-4F7D-4AD5-DBF09DED9771}"/>
          </ac:spMkLst>
        </pc:spChg>
        <pc:spChg chg="add del mod modVis">
          <ac:chgData name="Sebastian Bruns" userId="6d4f09b8-dc1b-4f47-8ebf-4faa1198091f" providerId="ADAL" clId="{C01B6D89-212D-5FAA-88AC-74B1E6DF6752}" dt="2025-11-17T16:23:24.948" v="632"/>
          <ac:spMkLst>
            <pc:docMk/>
            <pc:sldMk cId="1645354078" sldId="2147483638"/>
            <ac:spMk id="35" creationId="{DC812765-53F4-14BB-DDCA-D25EA190288E}"/>
          </ac:spMkLst>
        </pc:spChg>
        <pc:spChg chg="add del mod modVis">
          <ac:chgData name="Sebastian Bruns" userId="6d4f09b8-dc1b-4f47-8ebf-4faa1198091f" providerId="ADAL" clId="{C01B6D89-212D-5FAA-88AC-74B1E6DF6752}" dt="2025-11-17T16:25:57.267" v="658"/>
          <ac:spMkLst>
            <pc:docMk/>
            <pc:sldMk cId="1645354078" sldId="2147483638"/>
            <ac:spMk id="36" creationId="{7489B49A-0DB5-1920-2BC6-510864C5F0C1}"/>
          </ac:spMkLst>
        </pc:spChg>
        <pc:spChg chg="add del mod modVis">
          <ac:chgData name="Sebastian Bruns" userId="6d4f09b8-dc1b-4f47-8ebf-4faa1198091f" providerId="ADAL" clId="{C01B6D89-212D-5FAA-88AC-74B1E6DF6752}" dt="2025-11-17T16:25:58.217" v="684"/>
          <ac:spMkLst>
            <pc:docMk/>
            <pc:sldMk cId="1645354078" sldId="2147483638"/>
            <ac:spMk id="37" creationId="{54720D89-E672-B758-3B66-41B128DA9D7D}"/>
          </ac:spMkLst>
        </pc:spChg>
        <pc:spChg chg="add del mod modVis">
          <ac:chgData name="Sebastian Bruns" userId="6d4f09b8-dc1b-4f47-8ebf-4faa1198091f" providerId="ADAL" clId="{C01B6D89-212D-5FAA-88AC-74B1E6DF6752}" dt="2025-11-17T16:26:05.425" v="709"/>
          <ac:spMkLst>
            <pc:docMk/>
            <pc:sldMk cId="1645354078" sldId="2147483638"/>
            <ac:spMk id="38" creationId="{C077C934-6681-C32E-1521-4B001CFFE60C}"/>
          </ac:spMkLst>
        </pc:spChg>
        <pc:spChg chg="add del mod modVis">
          <ac:chgData name="Sebastian Bruns" userId="6d4f09b8-dc1b-4f47-8ebf-4faa1198091f" providerId="ADAL" clId="{C01B6D89-212D-5FAA-88AC-74B1E6DF6752}" dt="2025-11-17T16:26:06.551" v="738"/>
          <ac:spMkLst>
            <pc:docMk/>
            <pc:sldMk cId="1645354078" sldId="2147483638"/>
            <ac:spMk id="39" creationId="{4D175797-D13F-6712-B3A8-D4DD0B4A47A7}"/>
          </ac:spMkLst>
        </pc:spChg>
        <pc:spChg chg="add del mod modVis">
          <ac:chgData name="Sebastian Bruns" userId="6d4f09b8-dc1b-4f47-8ebf-4faa1198091f" providerId="ADAL" clId="{C01B6D89-212D-5FAA-88AC-74B1E6DF6752}" dt="2025-11-17T16:26:07.750" v="765"/>
          <ac:spMkLst>
            <pc:docMk/>
            <pc:sldMk cId="1645354078" sldId="2147483638"/>
            <ac:spMk id="40" creationId="{A3242EC9-EA72-D23F-3257-D6DE2DC67865}"/>
          </ac:spMkLst>
        </pc:spChg>
        <pc:spChg chg="add del mod modVis">
          <ac:chgData name="Sebastian Bruns" userId="6d4f09b8-dc1b-4f47-8ebf-4faa1198091f" providerId="ADAL" clId="{C01B6D89-212D-5FAA-88AC-74B1E6DF6752}" dt="2025-11-17T16:26:10.124" v="798"/>
          <ac:spMkLst>
            <pc:docMk/>
            <pc:sldMk cId="1645354078" sldId="2147483638"/>
            <ac:spMk id="41" creationId="{223F4DCE-F357-95E6-CA04-E9860B8CE94F}"/>
          </ac:spMkLst>
        </pc:spChg>
        <pc:spChg chg="add del mod modVis">
          <ac:chgData name="Sebastian Bruns" userId="6d4f09b8-dc1b-4f47-8ebf-4faa1198091f" providerId="ADAL" clId="{C01B6D89-212D-5FAA-88AC-74B1E6DF6752}" dt="2025-11-17T16:26:16.509" v="826"/>
          <ac:spMkLst>
            <pc:docMk/>
            <pc:sldMk cId="1645354078" sldId="2147483638"/>
            <ac:spMk id="42" creationId="{7D5595FA-6111-0C01-2718-7F58CD783D75}"/>
          </ac:spMkLst>
        </pc:spChg>
        <pc:spChg chg="add del mod modVis">
          <ac:chgData name="Sebastian Bruns" userId="6d4f09b8-dc1b-4f47-8ebf-4faa1198091f" providerId="ADAL" clId="{C01B6D89-212D-5FAA-88AC-74B1E6DF6752}" dt="2025-11-17T16:26:17.262" v="851"/>
          <ac:spMkLst>
            <pc:docMk/>
            <pc:sldMk cId="1645354078" sldId="2147483638"/>
            <ac:spMk id="43" creationId="{4ED4091E-560A-2B4D-0314-2661903A6C66}"/>
          </ac:spMkLst>
        </pc:spChg>
        <pc:spChg chg="add del mod modVis">
          <ac:chgData name="Sebastian Bruns" userId="6d4f09b8-dc1b-4f47-8ebf-4faa1198091f" providerId="ADAL" clId="{C01B6D89-212D-5FAA-88AC-74B1E6DF6752}" dt="2025-11-17T16:26:18.270" v="876"/>
          <ac:spMkLst>
            <pc:docMk/>
            <pc:sldMk cId="1645354078" sldId="2147483638"/>
            <ac:spMk id="44" creationId="{2CB1A4CB-BE08-87AF-B24B-F6E842EFBF19}"/>
          </ac:spMkLst>
        </pc:spChg>
        <pc:spChg chg="add del mod modVis">
          <ac:chgData name="Sebastian Bruns" userId="6d4f09b8-dc1b-4f47-8ebf-4faa1198091f" providerId="ADAL" clId="{C01B6D89-212D-5FAA-88AC-74B1E6DF6752}" dt="2025-11-17T16:26:19.683" v="904"/>
          <ac:spMkLst>
            <pc:docMk/>
            <pc:sldMk cId="1645354078" sldId="2147483638"/>
            <ac:spMk id="45" creationId="{4BBEA321-4181-521C-53DB-2A54C6C51E4B}"/>
          </ac:spMkLst>
        </pc:spChg>
        <pc:spChg chg="add del mod modVis">
          <ac:chgData name="Sebastian Bruns" userId="6d4f09b8-dc1b-4f47-8ebf-4faa1198091f" providerId="ADAL" clId="{C01B6D89-212D-5FAA-88AC-74B1E6DF6752}" dt="2025-11-17T16:26:22.742" v="932"/>
          <ac:spMkLst>
            <pc:docMk/>
            <pc:sldMk cId="1645354078" sldId="2147483638"/>
            <ac:spMk id="46" creationId="{1F4616E0-14B5-3E4B-D575-51A1506E5431}"/>
          </ac:spMkLst>
        </pc:spChg>
        <pc:spChg chg="add del mod modVis">
          <ac:chgData name="Sebastian Bruns" userId="6d4f09b8-dc1b-4f47-8ebf-4faa1198091f" providerId="ADAL" clId="{C01B6D89-212D-5FAA-88AC-74B1E6DF6752}" dt="2025-11-17T16:26:25.478" v="967"/>
          <ac:spMkLst>
            <pc:docMk/>
            <pc:sldMk cId="1645354078" sldId="2147483638"/>
            <ac:spMk id="47" creationId="{460DECAA-C8FC-1B32-57F6-EAB33B411BCC}"/>
          </ac:spMkLst>
        </pc:spChg>
        <pc:spChg chg="add del mod modVis">
          <ac:chgData name="Sebastian Bruns" userId="6d4f09b8-dc1b-4f47-8ebf-4faa1198091f" providerId="ADAL" clId="{C01B6D89-212D-5FAA-88AC-74B1E6DF6752}" dt="2025-11-17T16:26:28.131" v="992"/>
          <ac:spMkLst>
            <pc:docMk/>
            <pc:sldMk cId="1645354078" sldId="2147483638"/>
            <ac:spMk id="48" creationId="{8A42EB32-EE04-477D-23FB-41727EA8F43B}"/>
          </ac:spMkLst>
        </pc:spChg>
        <pc:spChg chg="add del mod modVis">
          <ac:chgData name="Sebastian Bruns" userId="6d4f09b8-dc1b-4f47-8ebf-4faa1198091f" providerId="ADAL" clId="{C01B6D89-212D-5FAA-88AC-74B1E6DF6752}" dt="2025-11-17T16:26:29.903" v="1020"/>
          <ac:spMkLst>
            <pc:docMk/>
            <pc:sldMk cId="1645354078" sldId="2147483638"/>
            <ac:spMk id="49" creationId="{1E0ADF8D-5621-9660-25C5-3FB74CFF8CAD}"/>
          </ac:spMkLst>
        </pc:spChg>
        <pc:spChg chg="add del mod modVis">
          <ac:chgData name="Sebastian Bruns" userId="6d4f09b8-dc1b-4f47-8ebf-4faa1198091f" providerId="ADAL" clId="{C01B6D89-212D-5FAA-88AC-74B1E6DF6752}" dt="2025-11-17T16:26:32.443" v="1053"/>
          <ac:spMkLst>
            <pc:docMk/>
            <pc:sldMk cId="1645354078" sldId="2147483638"/>
            <ac:spMk id="50" creationId="{E900E086-FA91-30F3-4BB2-ABF5C37DD907}"/>
          </ac:spMkLst>
        </pc:spChg>
        <pc:spChg chg="add del mod modVis">
          <ac:chgData name="Sebastian Bruns" userId="6d4f09b8-dc1b-4f47-8ebf-4faa1198091f" providerId="ADAL" clId="{C01B6D89-212D-5FAA-88AC-74B1E6DF6752}" dt="2025-11-17T16:26:36.365" v="1078"/>
          <ac:spMkLst>
            <pc:docMk/>
            <pc:sldMk cId="1645354078" sldId="2147483638"/>
            <ac:spMk id="51" creationId="{453B5F4B-A8F1-7604-A850-E54F28285F74}"/>
          </ac:spMkLst>
        </pc:spChg>
        <pc:spChg chg="add del mod modVis">
          <ac:chgData name="Sebastian Bruns" userId="6d4f09b8-dc1b-4f47-8ebf-4faa1198091f" providerId="ADAL" clId="{C01B6D89-212D-5FAA-88AC-74B1E6DF6752}" dt="2025-11-17T16:26:38.847" v="1105"/>
          <ac:spMkLst>
            <pc:docMk/>
            <pc:sldMk cId="1645354078" sldId="2147483638"/>
            <ac:spMk id="55" creationId="{6FC65841-F008-7B07-04C4-A6C82AED5A28}"/>
          </ac:spMkLst>
        </pc:spChg>
        <pc:spChg chg="add del mod modVis">
          <ac:chgData name="Sebastian Bruns" userId="6d4f09b8-dc1b-4f47-8ebf-4faa1198091f" providerId="ADAL" clId="{C01B6D89-212D-5FAA-88AC-74B1E6DF6752}" dt="2025-11-17T16:26:49.654" v="1130"/>
          <ac:spMkLst>
            <pc:docMk/>
            <pc:sldMk cId="1645354078" sldId="2147483638"/>
            <ac:spMk id="56" creationId="{5F96238E-CC2D-C75C-E420-1A95AC0D46ED}"/>
          </ac:spMkLst>
        </pc:spChg>
        <pc:spChg chg="add del mod modVis">
          <ac:chgData name="Sebastian Bruns" userId="6d4f09b8-dc1b-4f47-8ebf-4faa1198091f" providerId="ADAL" clId="{C01B6D89-212D-5FAA-88AC-74B1E6DF6752}" dt="2025-11-17T16:26:50.770" v="1156"/>
          <ac:spMkLst>
            <pc:docMk/>
            <pc:sldMk cId="1645354078" sldId="2147483638"/>
            <ac:spMk id="57" creationId="{C3C926C6-7F87-CF22-6346-0DE56A02A0AD}"/>
          </ac:spMkLst>
        </pc:spChg>
        <pc:spChg chg="add del mod modVis">
          <ac:chgData name="Sebastian Bruns" userId="6d4f09b8-dc1b-4f47-8ebf-4faa1198091f" providerId="ADAL" clId="{C01B6D89-212D-5FAA-88AC-74B1E6DF6752}" dt="2025-11-17T16:26:51.385" v="1181"/>
          <ac:spMkLst>
            <pc:docMk/>
            <pc:sldMk cId="1645354078" sldId="2147483638"/>
            <ac:spMk id="58" creationId="{1EF6229C-0A7C-923B-E525-FB3FA43D8574}"/>
          </ac:spMkLst>
        </pc:spChg>
        <pc:spChg chg="add del mod modVis">
          <ac:chgData name="Sebastian Bruns" userId="6d4f09b8-dc1b-4f47-8ebf-4faa1198091f" providerId="ADAL" clId="{C01B6D89-212D-5FAA-88AC-74B1E6DF6752}" dt="2025-11-17T16:26:52.496" v="1207"/>
          <ac:spMkLst>
            <pc:docMk/>
            <pc:sldMk cId="1645354078" sldId="2147483638"/>
            <ac:spMk id="59" creationId="{0E2D9AE5-B0DA-5AAD-3B2D-AD4826ADEBBE}"/>
          </ac:spMkLst>
        </pc:spChg>
        <pc:spChg chg="add del mod modVis">
          <ac:chgData name="Sebastian Bruns" userId="6d4f09b8-dc1b-4f47-8ebf-4faa1198091f" providerId="ADAL" clId="{C01B6D89-212D-5FAA-88AC-74B1E6DF6752}" dt="2025-11-17T16:27:04.532" v="1232"/>
          <ac:spMkLst>
            <pc:docMk/>
            <pc:sldMk cId="1645354078" sldId="2147483638"/>
            <ac:spMk id="60" creationId="{B461FAA1-41F1-F112-D1D6-6A70B63CC6C3}"/>
          </ac:spMkLst>
        </pc:spChg>
        <pc:spChg chg="add del mod modVis">
          <ac:chgData name="Sebastian Bruns" userId="6d4f09b8-dc1b-4f47-8ebf-4faa1198091f" providerId="ADAL" clId="{C01B6D89-212D-5FAA-88AC-74B1E6DF6752}" dt="2025-11-17T16:27:06.315" v="1257"/>
          <ac:spMkLst>
            <pc:docMk/>
            <pc:sldMk cId="1645354078" sldId="2147483638"/>
            <ac:spMk id="61" creationId="{C11446D6-100E-BF73-C72F-99FE9A75B8AB}"/>
          </ac:spMkLst>
        </pc:spChg>
        <pc:spChg chg="add del mod modVis">
          <ac:chgData name="Sebastian Bruns" userId="6d4f09b8-dc1b-4f47-8ebf-4faa1198091f" providerId="ADAL" clId="{C01B6D89-212D-5FAA-88AC-74B1E6DF6752}" dt="2025-11-17T16:27:25.133" v="1282"/>
          <ac:spMkLst>
            <pc:docMk/>
            <pc:sldMk cId="1645354078" sldId="2147483638"/>
            <ac:spMk id="62" creationId="{675580AA-D89E-BE89-856F-402D82A85898}"/>
          </ac:spMkLst>
        </pc:spChg>
        <pc:spChg chg="add del mod modVis">
          <ac:chgData name="Sebastian Bruns" userId="6d4f09b8-dc1b-4f47-8ebf-4faa1198091f" providerId="ADAL" clId="{C01B6D89-212D-5FAA-88AC-74B1E6DF6752}" dt="2025-11-17T16:27:30.785" v="1307"/>
          <ac:spMkLst>
            <pc:docMk/>
            <pc:sldMk cId="1645354078" sldId="2147483638"/>
            <ac:spMk id="63" creationId="{5D1B3E04-FEBB-BEE4-461C-C23BBC43DAB1}"/>
          </ac:spMkLst>
        </pc:spChg>
        <pc:spChg chg="add del mod modVis">
          <ac:chgData name="Sebastian Bruns" userId="6d4f09b8-dc1b-4f47-8ebf-4faa1198091f" providerId="ADAL" clId="{C01B6D89-212D-5FAA-88AC-74B1E6DF6752}" dt="2025-11-17T16:27:38.359" v="1332"/>
          <ac:spMkLst>
            <pc:docMk/>
            <pc:sldMk cId="1645354078" sldId="2147483638"/>
            <ac:spMk id="64" creationId="{3AECC150-C404-7263-78CC-842ABACC919D}"/>
          </ac:spMkLst>
        </pc:spChg>
        <pc:spChg chg="add del mod modVis">
          <ac:chgData name="Sebastian Bruns" userId="6d4f09b8-dc1b-4f47-8ebf-4faa1198091f" providerId="ADAL" clId="{C01B6D89-212D-5FAA-88AC-74B1E6DF6752}" dt="2025-11-17T16:27:48.543" v="1357"/>
          <ac:spMkLst>
            <pc:docMk/>
            <pc:sldMk cId="1645354078" sldId="2147483638"/>
            <ac:spMk id="65" creationId="{B4140AA8-2D98-025A-237A-332BCF95B79D}"/>
          </ac:spMkLst>
        </pc:spChg>
        <pc:graphicFrameChg chg="mod">
          <ac:chgData name="Sebastian Bruns" userId="6d4f09b8-dc1b-4f47-8ebf-4faa1198091f" providerId="ADAL" clId="{C01B6D89-212D-5FAA-88AC-74B1E6DF6752}" dt="2025-11-17T16:27:48.544" v="1359"/>
          <ac:graphicFrameMkLst>
            <pc:docMk/>
            <pc:sldMk cId="1645354078" sldId="2147483638"/>
            <ac:graphicFrameMk id="10" creationId="{3C45ADEE-6315-8524-7785-4A8C5AC9A945}"/>
          </ac:graphicFrameMkLst>
        </pc:graphicFrameChg>
        <pc:extLst>
          <p:ext xmlns:p="http://schemas.openxmlformats.org/presentationml/2006/main" uri="{D6D511B9-2390-475A-947B-AFAB55BFBCF1}">
            <pc226:cmChg xmlns:pc226="http://schemas.microsoft.com/office/powerpoint/2022/06/main/command" chg="mod">
              <pc226:chgData name="Sebastian Bruns" userId="6d4f09b8-dc1b-4f47-8ebf-4faa1198091f" providerId="ADAL" clId="{C01B6D89-212D-5FAA-88AC-74B1E6DF6752}" dt="2025-11-17T16:27:48.001" v="1335" actId="20577"/>
              <pc2:cmMkLst xmlns:pc2="http://schemas.microsoft.com/office/powerpoint/2019/9/main/command">
                <pc:docMk/>
                <pc:sldMk cId="1645354078" sldId="2147483638"/>
                <pc2:cmMk id="{2EA67407-A164-A242-B8DC-7C27484A57D2}"/>
              </pc2:cmMkLst>
            </pc226:cmChg>
            <pc226:cmChg xmlns:pc226="http://schemas.microsoft.com/office/powerpoint/2022/06/main/command" chg="mod">
              <pc226:chgData name="Sebastian Bruns" userId="6d4f09b8-dc1b-4f47-8ebf-4faa1198091f" providerId="ADAL" clId="{C01B6D89-212D-5FAA-88AC-74B1E6DF6752}" dt="2025-11-17T16:27:48.001" v="1335" actId="20577"/>
              <pc2:cmMkLst xmlns:pc2="http://schemas.microsoft.com/office/powerpoint/2019/9/main/command">
                <pc:docMk/>
                <pc:sldMk cId="1645354078" sldId="2147483638"/>
                <pc2:cmMk id="{A23C5596-DD86-9348-BBD8-6AD1D50F9ADE}"/>
              </pc2:cmMkLst>
            </pc226:cmChg>
            <pc226:cmChg xmlns:pc226="http://schemas.microsoft.com/office/powerpoint/2022/06/main/command" chg="mod">
              <pc226:chgData name="Sebastian Bruns" userId="6d4f09b8-dc1b-4f47-8ebf-4faa1198091f" providerId="ADAL" clId="{C01B6D89-212D-5FAA-88AC-74B1E6DF6752}" dt="2025-11-17T16:27:48.001" v="1335" actId="20577"/>
              <pc2:cmMkLst xmlns:pc2="http://schemas.microsoft.com/office/powerpoint/2019/9/main/command">
                <pc:docMk/>
                <pc:sldMk cId="1645354078" sldId="2147483638"/>
                <pc2:cmMk id="{688529E4-A7F8-5D48-9E9C-7BCFC3E47CA3}"/>
              </pc2:cmMkLst>
            </pc226:cmChg>
            <pc226:cmChg xmlns:pc226="http://schemas.microsoft.com/office/powerpoint/2022/06/main/command" chg="mod">
              <pc226:chgData name="Sebastian Bruns" userId="6d4f09b8-dc1b-4f47-8ebf-4faa1198091f" providerId="ADAL" clId="{C01B6D89-212D-5FAA-88AC-74B1E6DF6752}" dt="2025-11-17T16:27:48.001" v="1335" actId="20577"/>
              <pc2:cmMkLst xmlns:pc2="http://schemas.microsoft.com/office/powerpoint/2019/9/main/command">
                <pc:docMk/>
                <pc:sldMk cId="1645354078" sldId="2147483638"/>
                <pc2:cmMk id="{360B6CF2-5AAF-BB4E-B8F7-F9874FC984FC}"/>
              </pc2:cmMkLst>
            </pc226:cmChg>
          </p:ext>
        </pc:extLst>
      </pc:sldChg>
    </pc:docChg>
  </pc:docChgLst>
  <pc:docChgLst>
    <pc:chgData name="Andrew Curran" userId="S::andrew.curran@eraneos.com::a3863812-7cd4-4576-bf46-b5bcf6048772" providerId="AD" clId="Web-{59EDA2CB-B4ED-700B-EDF6-AC957083C78C}"/>
    <pc:docChg chg="modSld">
      <pc:chgData name="Andrew Curran" userId="S::andrew.curran@eraneos.com::a3863812-7cd4-4576-bf46-b5bcf6048772" providerId="AD" clId="Web-{59EDA2CB-B4ED-700B-EDF6-AC957083C78C}" dt="2025-11-13T16:42:09.089" v="8" actId="20577"/>
      <pc:docMkLst>
        <pc:docMk/>
      </pc:docMkLst>
      <pc:sldChg chg="modSp">
        <pc:chgData name="Andrew Curran" userId="S::andrew.curran@eraneos.com::a3863812-7cd4-4576-bf46-b5bcf6048772" providerId="AD" clId="Web-{59EDA2CB-B4ED-700B-EDF6-AC957083C78C}" dt="2025-11-13T16:42:09.089" v="8" actId="20577"/>
        <pc:sldMkLst>
          <pc:docMk/>
          <pc:sldMk cId="1645354078" sldId="2147483638"/>
        </pc:sldMkLst>
        <pc:spChg chg="mod">
          <ac:chgData name="Andrew Curran" userId="S::andrew.curran@eraneos.com::a3863812-7cd4-4576-bf46-b5bcf6048772" providerId="AD" clId="Web-{59EDA2CB-B4ED-700B-EDF6-AC957083C78C}" dt="2025-11-13T16:42:09.089" v="8" actId="20577"/>
          <ac:spMkLst>
            <pc:docMk/>
            <pc:sldMk cId="1645354078" sldId="2147483638"/>
            <ac:spMk id="2" creationId="{A2710E54-BDA1-E2C6-9DAC-6BD19C10D3FF}"/>
          </ac:spMkLst>
        </pc:spChg>
      </pc:sldChg>
      <pc:sldChg chg="mod modShow">
        <pc:chgData name="Andrew Curran" userId="S::andrew.curran@eraneos.com::a3863812-7cd4-4576-bf46-b5bcf6048772" providerId="AD" clId="Web-{59EDA2CB-B4ED-700B-EDF6-AC957083C78C}" dt="2025-11-13T16:39:10.768" v="6"/>
        <pc:sldMkLst>
          <pc:docMk/>
          <pc:sldMk cId="114453378" sldId="2147483641"/>
        </pc:sldMkLst>
      </pc:sldChg>
      <pc:sldChg chg="modSp">
        <pc:chgData name="Andrew Curran" userId="S::andrew.curran@eraneos.com::a3863812-7cd4-4576-bf46-b5bcf6048772" providerId="AD" clId="Web-{59EDA2CB-B4ED-700B-EDF6-AC957083C78C}" dt="2025-11-13T16:39:00.049" v="5" actId="20577"/>
        <pc:sldMkLst>
          <pc:docMk/>
          <pc:sldMk cId="2665604951" sldId="2147483642"/>
        </pc:sldMkLst>
        <pc:spChg chg="mod">
          <ac:chgData name="Andrew Curran" userId="S::andrew.curran@eraneos.com::a3863812-7cd4-4576-bf46-b5bcf6048772" providerId="AD" clId="Web-{59EDA2CB-B4ED-700B-EDF6-AC957083C78C}" dt="2025-11-13T16:39:00.049" v="5" actId="20577"/>
          <ac:spMkLst>
            <pc:docMk/>
            <pc:sldMk cId="2665604951" sldId="2147483642"/>
            <ac:spMk id="37" creationId="{D1B7D028-7BD8-31D7-6ED2-5298560D256F}"/>
          </ac:spMkLst>
        </pc:spChg>
      </pc:sldChg>
    </pc:docChg>
  </pc:docChgLst>
  <pc:docChgLst>
    <pc:chgData name="Andrew Curran" userId="S::andrew.curran@eraneos.com::a3863812-7cd4-4576-bf46-b5bcf6048772" providerId="AD" clId="Web-{4EF48214-E955-49D6-F60D-5B2393C42EF7}"/>
    <pc:docChg chg="modSld">
      <pc:chgData name="Andrew Curran" userId="S::andrew.curran@eraneos.com::a3863812-7cd4-4576-bf46-b5bcf6048772" providerId="AD" clId="Web-{4EF48214-E955-49D6-F60D-5B2393C42EF7}" dt="2025-10-28T08:13:33.412" v="195" actId="20577"/>
      <pc:docMkLst>
        <pc:docMk/>
      </pc:docMkLst>
      <pc:sldChg chg="modSp modCm">
        <pc:chgData name="Andrew Curran" userId="S::andrew.curran@eraneos.com::a3863812-7cd4-4576-bf46-b5bcf6048772" providerId="AD" clId="Web-{4EF48214-E955-49D6-F60D-5B2393C42EF7}" dt="2025-10-28T08:13:33.412" v="195" actId="20577"/>
        <pc:sldMkLst>
          <pc:docMk/>
          <pc:sldMk cId="1645354078" sldId="2147483638"/>
        </pc:sldMkLst>
        <pc:spChg chg="mod">
          <ac:chgData name="Andrew Curran" userId="S::andrew.curran@eraneos.com::a3863812-7cd4-4576-bf46-b5bcf6048772" providerId="AD" clId="Web-{4EF48214-E955-49D6-F60D-5B2393C42EF7}" dt="2025-10-28T08:12:41.662" v="188" actId="20577"/>
          <ac:spMkLst>
            <pc:docMk/>
            <pc:sldMk cId="1645354078" sldId="2147483638"/>
            <ac:spMk id="2" creationId="{A2710E54-BDA1-E2C6-9DAC-6BD19C10D3FF}"/>
          </ac:spMkLst>
        </pc:spChg>
        <pc:spChg chg="mod">
          <ac:chgData name="Andrew Curran" userId="S::andrew.curran@eraneos.com::a3863812-7cd4-4576-bf46-b5bcf6048772" providerId="AD" clId="Web-{4EF48214-E955-49D6-F60D-5B2393C42EF7}" dt="2025-10-28T07:58:58.588" v="11" actId="20577"/>
          <ac:spMkLst>
            <pc:docMk/>
            <pc:sldMk cId="1645354078" sldId="2147483638"/>
            <ac:spMk id="3" creationId="{565885CA-BC5A-9841-8C05-9903247C282E}"/>
          </ac:spMkLst>
        </pc:spChg>
        <pc:spChg chg="mod">
          <ac:chgData name="Andrew Curran" userId="S::andrew.curran@eraneos.com::a3863812-7cd4-4576-bf46-b5bcf6048772" providerId="AD" clId="Web-{4EF48214-E955-49D6-F60D-5B2393C42EF7}" dt="2025-10-28T08:13:33.412" v="195" actId="20577"/>
          <ac:spMkLst>
            <pc:docMk/>
            <pc:sldMk cId="1645354078" sldId="2147483638"/>
            <ac:spMk id="8" creationId="{68C29CB6-1123-5582-6699-61E759C33336}"/>
          </ac:spMkLst>
        </pc:spChg>
        <pc:extLst>
          <p:ext xmlns:p="http://schemas.openxmlformats.org/presentationml/2006/main" uri="{D6D511B9-2390-475A-947B-AFAB55BFBCF1}">
            <pc226:cmChg xmlns:pc226="http://schemas.microsoft.com/office/powerpoint/2022/06/main/command" chg="mod">
              <pc226:chgData name="Andrew Curran" userId="S::andrew.curran@eraneos.com::a3863812-7cd4-4576-bf46-b5bcf6048772" providerId="AD" clId="Web-{4EF48214-E955-49D6-F60D-5B2393C42EF7}" dt="2025-10-28T08:13:13.881" v="194" actId="20577"/>
              <pc2:cmMkLst xmlns:pc2="http://schemas.microsoft.com/office/powerpoint/2019/9/main/command">
                <pc:docMk/>
                <pc:sldMk cId="1645354078" sldId="2147483638"/>
                <pc2:cmMk id="{2EA67407-A164-A242-B8DC-7C27484A57D2}"/>
              </pc2:cmMkLst>
            </pc226:cmChg>
            <pc226:cmChg xmlns:pc226="http://schemas.microsoft.com/office/powerpoint/2022/06/main/command" chg="mod">
              <pc226:chgData name="Andrew Curran" userId="S::andrew.curran@eraneos.com::a3863812-7cd4-4576-bf46-b5bcf6048772" providerId="AD" clId="Web-{4EF48214-E955-49D6-F60D-5B2393C42EF7}" dt="2025-10-28T07:58:55.463" v="10" actId="20577"/>
              <pc2:cmMkLst xmlns:pc2="http://schemas.microsoft.com/office/powerpoint/2019/9/main/command">
                <pc:docMk/>
                <pc:sldMk cId="1645354078" sldId="2147483638"/>
                <pc2:cmMk id="{607E7C2C-DC7E-7B43-9332-610E059EA69E}"/>
              </pc2:cmMkLst>
            </pc226:cmChg>
            <pc226:cmChg xmlns:pc226="http://schemas.microsoft.com/office/powerpoint/2022/06/main/command" chg="mod">
              <pc226:chgData name="Andrew Curran" userId="S::andrew.curran@eraneos.com::a3863812-7cd4-4576-bf46-b5bcf6048772" providerId="AD" clId="Web-{4EF48214-E955-49D6-F60D-5B2393C42EF7}" dt="2025-10-28T08:13:13.881" v="194" actId="20577"/>
              <pc2:cmMkLst xmlns:pc2="http://schemas.microsoft.com/office/powerpoint/2019/9/main/command">
                <pc:docMk/>
                <pc:sldMk cId="1645354078" sldId="2147483638"/>
                <pc2:cmMk id="{A23C5596-DD86-9348-BBD8-6AD1D50F9ADE}"/>
              </pc2:cmMkLst>
            </pc226:cmChg>
            <pc226:cmChg xmlns:pc226="http://schemas.microsoft.com/office/powerpoint/2022/06/main/command" chg="mod">
              <pc226:chgData name="Andrew Curran" userId="S::andrew.curran@eraneos.com::a3863812-7cd4-4576-bf46-b5bcf6048772" providerId="AD" clId="Web-{4EF48214-E955-49D6-F60D-5B2393C42EF7}" dt="2025-10-28T08:13:13.881" v="194" actId="20577"/>
              <pc2:cmMkLst xmlns:pc2="http://schemas.microsoft.com/office/powerpoint/2019/9/main/command">
                <pc:docMk/>
                <pc:sldMk cId="1645354078" sldId="2147483638"/>
                <pc2:cmMk id="{688529E4-A7F8-5D48-9E9C-7BCFC3E47CA3}"/>
              </pc2:cmMkLst>
            </pc226:cmChg>
            <pc226:cmChg xmlns:pc226="http://schemas.microsoft.com/office/powerpoint/2022/06/main/command" chg="mod">
              <pc226:chgData name="Andrew Curran" userId="S::andrew.curran@eraneos.com::a3863812-7cd4-4576-bf46-b5bcf6048772" providerId="AD" clId="Web-{4EF48214-E955-49D6-F60D-5B2393C42EF7}" dt="2025-10-28T08:13:13.881" v="194" actId="20577"/>
              <pc2:cmMkLst xmlns:pc2="http://schemas.microsoft.com/office/powerpoint/2019/9/main/command">
                <pc:docMk/>
                <pc:sldMk cId="1645354078" sldId="2147483638"/>
                <pc2:cmMk id="{360B6CF2-5AAF-BB4E-B8F7-F9874FC984FC}"/>
              </pc2:cmMkLst>
            </pc226:cmChg>
          </p:ext>
        </pc:extLst>
      </pc:sldChg>
    </pc:docChg>
  </pc:docChgLst>
  <pc:docChgLst>
    <pc:chgData name="Andrew Curran" userId="a3863812-7cd4-4576-bf46-b5bcf6048772" providerId="ADAL" clId="{B3F8DC21-04BD-5A7C-A3A7-0D3A1AB38D11}"/>
    <pc:docChg chg="undo custSel addSld delSld modSld">
      <pc:chgData name="Andrew Curran" userId="a3863812-7cd4-4576-bf46-b5bcf6048772" providerId="ADAL" clId="{B3F8DC21-04BD-5A7C-A3A7-0D3A1AB38D11}" dt="2025-10-27T07:26:16.738" v="920" actId="729"/>
      <pc:docMkLst>
        <pc:docMk/>
      </pc:docMkLst>
      <pc:sldChg chg="add del">
        <pc:chgData name="Andrew Curran" userId="a3863812-7cd4-4576-bf46-b5bcf6048772" providerId="ADAL" clId="{B3F8DC21-04BD-5A7C-A3A7-0D3A1AB38D11}" dt="2025-10-27T07:01:39.252" v="1"/>
        <pc:sldMkLst>
          <pc:docMk/>
          <pc:sldMk cId="1301634184" sldId="453"/>
        </pc:sldMkLst>
      </pc:sldChg>
      <pc:sldChg chg="delSp modSp add del mod">
        <pc:chgData name="Andrew Curran" userId="a3863812-7cd4-4576-bf46-b5bcf6048772" providerId="ADAL" clId="{B3F8DC21-04BD-5A7C-A3A7-0D3A1AB38D11}" dt="2025-10-27T07:10:35.780" v="610" actId="20577"/>
        <pc:sldMkLst>
          <pc:docMk/>
          <pc:sldMk cId="1645354078" sldId="2147483638"/>
        </pc:sldMkLst>
        <pc:spChg chg="mod">
          <ac:chgData name="Andrew Curran" userId="a3863812-7cd4-4576-bf46-b5bcf6048772" providerId="ADAL" clId="{B3F8DC21-04BD-5A7C-A3A7-0D3A1AB38D11}" dt="2025-10-27T07:09:16.130" v="411" actId="20577"/>
          <ac:spMkLst>
            <pc:docMk/>
            <pc:sldMk cId="1645354078" sldId="2147483638"/>
            <ac:spMk id="2" creationId="{A2710E54-BDA1-E2C6-9DAC-6BD19C10D3FF}"/>
          </ac:spMkLst>
        </pc:spChg>
        <pc:spChg chg="mod">
          <ac:chgData name="Andrew Curran" userId="a3863812-7cd4-4576-bf46-b5bcf6048772" providerId="ADAL" clId="{B3F8DC21-04BD-5A7C-A3A7-0D3A1AB38D11}" dt="2025-10-27T07:10:35.780" v="610" actId="20577"/>
          <ac:spMkLst>
            <pc:docMk/>
            <pc:sldMk cId="1645354078" sldId="2147483638"/>
            <ac:spMk id="3" creationId="{565885CA-BC5A-9841-8C05-9903247C282E}"/>
          </ac:spMkLst>
        </pc:spChg>
        <pc:spChg chg="mod">
          <ac:chgData name="Andrew Curran" userId="a3863812-7cd4-4576-bf46-b5bcf6048772" providerId="ADAL" clId="{B3F8DC21-04BD-5A7C-A3A7-0D3A1AB38D11}" dt="2025-10-27T07:08:17.038" v="318" actId="1036"/>
          <ac:spMkLst>
            <pc:docMk/>
            <pc:sldMk cId="1645354078" sldId="2147483638"/>
            <ac:spMk id="5" creationId="{44B9A642-88CD-8452-3F24-E84E6CE42E74}"/>
          </ac:spMkLst>
        </pc:spChg>
        <pc:spChg chg="mod">
          <ac:chgData name="Andrew Curran" userId="a3863812-7cd4-4576-bf46-b5bcf6048772" providerId="ADAL" clId="{B3F8DC21-04BD-5A7C-A3A7-0D3A1AB38D11}" dt="2025-10-27T07:07:37.647" v="255" actId="14100"/>
          <ac:spMkLst>
            <pc:docMk/>
            <pc:sldMk cId="1645354078" sldId="2147483638"/>
            <ac:spMk id="15" creationId="{E0583A26-D4FE-8D53-AE4C-FD770EAFC11A}"/>
          </ac:spMkLst>
        </pc:spChg>
        <pc:spChg chg="mod">
          <ac:chgData name="Andrew Curran" userId="a3863812-7cd4-4576-bf46-b5bcf6048772" providerId="ADAL" clId="{B3F8DC21-04BD-5A7C-A3A7-0D3A1AB38D11}" dt="2025-10-27T07:08:17.038" v="318" actId="1036"/>
          <ac:spMkLst>
            <pc:docMk/>
            <pc:sldMk cId="1645354078" sldId="2147483638"/>
            <ac:spMk id="54" creationId="{8E6A729D-23CF-39AE-DFCD-F93951A8DC6F}"/>
          </ac:spMkLst>
        </pc:spChg>
        <pc:cxnChg chg="mod">
          <ac:chgData name="Andrew Curran" userId="a3863812-7cd4-4576-bf46-b5bcf6048772" providerId="ADAL" clId="{B3F8DC21-04BD-5A7C-A3A7-0D3A1AB38D11}" dt="2025-10-27T07:07:24.885" v="253" actId="14100"/>
          <ac:cxnSpMkLst>
            <pc:docMk/>
            <pc:sldMk cId="1645354078" sldId="2147483638"/>
            <ac:cxnSpMk id="6" creationId="{C9B6B8D5-1ACD-5609-8AAD-9C599ED022BA}"/>
          </ac:cxnSpMkLst>
        </pc:cxnChg>
        <pc:cxnChg chg="mod">
          <ac:chgData name="Andrew Curran" userId="a3863812-7cd4-4576-bf46-b5bcf6048772" providerId="ADAL" clId="{B3F8DC21-04BD-5A7C-A3A7-0D3A1AB38D11}" dt="2025-10-27T07:07:29.629" v="254" actId="14100"/>
          <ac:cxnSpMkLst>
            <pc:docMk/>
            <pc:sldMk cId="1645354078" sldId="2147483638"/>
            <ac:cxnSpMk id="11" creationId="{B9D0889F-A7D6-40D0-FC98-690C06A3A4F5}"/>
          </ac:cxnSpMkLst>
        </pc:cxnChg>
        <pc:cxnChg chg="mod">
          <ac:chgData name="Andrew Curran" userId="a3863812-7cd4-4576-bf46-b5bcf6048772" providerId="ADAL" clId="{B3F8DC21-04BD-5A7C-A3A7-0D3A1AB38D11}" dt="2025-10-27T07:08:22.856" v="319" actId="14100"/>
          <ac:cxnSpMkLst>
            <pc:docMk/>
            <pc:sldMk cId="1645354078" sldId="2147483638"/>
            <ac:cxnSpMk id="12" creationId="{639E8FE1-7311-C7AB-0503-9A04180A2716}"/>
          </ac:cxnSpMkLst>
        </pc:cxnChg>
        <pc:cxnChg chg="mod">
          <ac:chgData name="Andrew Curran" userId="a3863812-7cd4-4576-bf46-b5bcf6048772" providerId="ADAL" clId="{B3F8DC21-04BD-5A7C-A3A7-0D3A1AB38D11}" dt="2025-10-27T07:08:22.856" v="319" actId="14100"/>
          <ac:cxnSpMkLst>
            <pc:docMk/>
            <pc:sldMk cId="1645354078" sldId="2147483638"/>
            <ac:cxnSpMk id="18" creationId="{A50CFD50-60A9-BD76-CC76-9B110752BD3B}"/>
          </ac:cxnSpMkLst>
        </pc:cxnChg>
      </pc:sldChg>
      <pc:sldChg chg="add del mod modShow">
        <pc:chgData name="Andrew Curran" userId="a3863812-7cd4-4576-bf46-b5bcf6048772" providerId="ADAL" clId="{B3F8DC21-04BD-5A7C-A3A7-0D3A1AB38D11}" dt="2025-10-27T07:02:07.677" v="8" actId="729"/>
        <pc:sldMkLst>
          <pc:docMk/>
          <pc:sldMk cId="2971211140" sldId="2147483639"/>
        </pc:sldMkLst>
      </pc:sldChg>
      <pc:sldChg chg="add del mod modShow">
        <pc:chgData name="Andrew Curran" userId="a3863812-7cd4-4576-bf46-b5bcf6048772" providerId="ADAL" clId="{B3F8DC21-04BD-5A7C-A3A7-0D3A1AB38D11}" dt="2025-10-27T07:26:16.738" v="920" actId="729"/>
        <pc:sldMkLst>
          <pc:docMk/>
          <pc:sldMk cId="3032436145" sldId="2147483640"/>
        </pc:sldMkLst>
      </pc:sldChg>
      <pc:sldChg chg="add del">
        <pc:chgData name="Andrew Curran" userId="a3863812-7cd4-4576-bf46-b5bcf6048772" providerId="ADAL" clId="{B3F8DC21-04BD-5A7C-A3A7-0D3A1AB38D11}" dt="2025-10-27T07:01:39.252" v="1"/>
        <pc:sldMkLst>
          <pc:docMk/>
          <pc:sldMk cId="114453378" sldId="2147483641"/>
        </pc:sldMkLst>
      </pc:sldChg>
      <pc:sldChg chg="addSp modSp add mod">
        <pc:chgData name="Andrew Curran" userId="a3863812-7cd4-4576-bf46-b5bcf6048772" providerId="ADAL" clId="{B3F8DC21-04BD-5A7C-A3A7-0D3A1AB38D11}" dt="2025-10-27T07:18:25.182" v="919" actId="465"/>
        <pc:sldMkLst>
          <pc:docMk/>
          <pc:sldMk cId="2665604951" sldId="2147483642"/>
        </pc:sldMkLst>
        <pc:spChg chg="mod">
          <ac:chgData name="Andrew Curran" userId="a3863812-7cd4-4576-bf46-b5bcf6048772" providerId="ADAL" clId="{B3F8DC21-04BD-5A7C-A3A7-0D3A1AB38D11}" dt="2025-10-27T07:13:19.297" v="700" actId="20577"/>
          <ac:spMkLst>
            <pc:docMk/>
            <pc:sldMk cId="2665604951" sldId="2147483642"/>
            <ac:spMk id="11" creationId="{1639D6A2-546F-C23A-38C0-5714CA2B2488}"/>
          </ac:spMkLst>
        </pc:spChg>
        <pc:spChg chg="mod">
          <ac:chgData name="Andrew Curran" userId="a3863812-7cd4-4576-bf46-b5bcf6048772" providerId="ADAL" clId="{B3F8DC21-04BD-5A7C-A3A7-0D3A1AB38D11}" dt="2025-10-27T07:13:03.429" v="696" actId="465"/>
          <ac:spMkLst>
            <pc:docMk/>
            <pc:sldMk cId="2665604951" sldId="2147483642"/>
            <ac:spMk id="17" creationId="{76C0CCCA-BE5F-6B89-7952-9F8DB4B54E65}"/>
          </ac:spMkLst>
        </pc:spChg>
        <pc:spChg chg="mod">
          <ac:chgData name="Andrew Curran" userId="a3863812-7cd4-4576-bf46-b5bcf6048772" providerId="ADAL" clId="{B3F8DC21-04BD-5A7C-A3A7-0D3A1AB38D11}" dt="2025-10-27T07:13:03.429" v="696" actId="465"/>
          <ac:spMkLst>
            <pc:docMk/>
            <pc:sldMk cId="2665604951" sldId="2147483642"/>
            <ac:spMk id="22" creationId="{37F19065-4C22-2B63-F048-27C6CD1A5998}"/>
          </ac:spMkLst>
        </pc:spChg>
        <pc:spChg chg="mod">
          <ac:chgData name="Andrew Curran" userId="a3863812-7cd4-4576-bf46-b5bcf6048772" providerId="ADAL" clId="{B3F8DC21-04BD-5A7C-A3A7-0D3A1AB38D11}" dt="2025-10-27T07:12:14.496" v="693" actId="20577"/>
          <ac:spMkLst>
            <pc:docMk/>
            <pc:sldMk cId="2665604951" sldId="2147483642"/>
            <ac:spMk id="30" creationId="{E874311A-3152-C713-11B5-234CD1B4A709}"/>
          </ac:spMkLst>
        </pc:spChg>
        <pc:spChg chg="mod">
          <ac:chgData name="Andrew Curran" userId="a3863812-7cd4-4576-bf46-b5bcf6048772" providerId="ADAL" clId="{B3F8DC21-04BD-5A7C-A3A7-0D3A1AB38D11}" dt="2025-10-27T07:01:48.813" v="7" actId="20577"/>
          <ac:spMkLst>
            <pc:docMk/>
            <pc:sldMk cId="2665604951" sldId="2147483642"/>
            <ac:spMk id="33" creationId="{1019A5C3-4532-C2B9-2DC8-534879C4EAC1}"/>
          </ac:spMkLst>
        </pc:spChg>
        <pc:spChg chg="mod">
          <ac:chgData name="Andrew Curran" userId="a3863812-7cd4-4576-bf46-b5bcf6048772" providerId="ADAL" clId="{B3F8DC21-04BD-5A7C-A3A7-0D3A1AB38D11}" dt="2025-10-27T07:18:25.182" v="919" actId="465"/>
          <ac:spMkLst>
            <pc:docMk/>
            <pc:sldMk cId="2665604951" sldId="2147483642"/>
            <ac:spMk id="35" creationId="{82E6996D-2FDD-A74B-6776-2ACCF2583FB7}"/>
          </ac:spMkLst>
        </pc:spChg>
        <pc:spChg chg="mod">
          <ac:chgData name="Andrew Curran" userId="a3863812-7cd4-4576-bf46-b5bcf6048772" providerId="ADAL" clId="{B3F8DC21-04BD-5A7C-A3A7-0D3A1AB38D11}" dt="2025-10-27T07:18:25.182" v="919" actId="465"/>
          <ac:spMkLst>
            <pc:docMk/>
            <pc:sldMk cId="2665604951" sldId="2147483642"/>
            <ac:spMk id="37" creationId="{D1B7D028-7BD8-31D7-6ED2-5298560D256F}"/>
          </ac:spMkLst>
        </pc:spChg>
        <pc:grpChg chg="mod">
          <ac:chgData name="Andrew Curran" userId="a3863812-7cd4-4576-bf46-b5bcf6048772" providerId="ADAL" clId="{B3F8DC21-04BD-5A7C-A3A7-0D3A1AB38D11}" dt="2025-10-27T07:18:25.182" v="919" actId="465"/>
          <ac:grpSpMkLst>
            <pc:docMk/>
            <pc:sldMk cId="2665604951" sldId="2147483642"/>
            <ac:grpSpMk id="6" creationId="{E8DCE3D1-0907-01EB-6338-61D15B8EAEE0}"/>
          </ac:grpSpMkLst>
        </pc:grpChg>
        <pc:grpChg chg="mod">
          <ac:chgData name="Andrew Curran" userId="a3863812-7cd4-4576-bf46-b5bcf6048772" providerId="ADAL" clId="{B3F8DC21-04BD-5A7C-A3A7-0D3A1AB38D11}" dt="2025-10-27T07:13:08.979" v="697" actId="554"/>
          <ac:grpSpMkLst>
            <pc:docMk/>
            <pc:sldMk cId="2665604951" sldId="2147483642"/>
            <ac:grpSpMk id="7" creationId="{B816AC5A-D22A-F30C-FB36-461DBDF5B0C1}"/>
          </ac:grpSpMkLst>
        </pc:grpChg>
        <pc:grpChg chg="mod">
          <ac:chgData name="Andrew Curran" userId="a3863812-7cd4-4576-bf46-b5bcf6048772" providerId="ADAL" clId="{B3F8DC21-04BD-5A7C-A3A7-0D3A1AB38D11}" dt="2025-10-27T07:13:03.429" v="696" actId="465"/>
          <ac:grpSpMkLst>
            <pc:docMk/>
            <pc:sldMk cId="2665604951" sldId="2147483642"/>
            <ac:grpSpMk id="8" creationId="{07D5F0F6-E89B-E39C-7427-C04A83BA7492}"/>
          </ac:grpSpMkLst>
        </pc:grpChg>
        <pc:grpChg chg="mod">
          <ac:chgData name="Andrew Curran" userId="a3863812-7cd4-4576-bf46-b5bcf6048772" providerId="ADAL" clId="{B3F8DC21-04BD-5A7C-A3A7-0D3A1AB38D11}" dt="2025-10-27T07:13:03.429" v="696" actId="465"/>
          <ac:grpSpMkLst>
            <pc:docMk/>
            <pc:sldMk cId="2665604951" sldId="2147483642"/>
            <ac:grpSpMk id="9" creationId="{9E417B75-E8DD-6878-81D9-6BD5F003D9A2}"/>
          </ac:grpSpMkLst>
        </pc:grpChg>
        <pc:grpChg chg="mod">
          <ac:chgData name="Andrew Curran" userId="a3863812-7cd4-4576-bf46-b5bcf6048772" providerId="ADAL" clId="{B3F8DC21-04BD-5A7C-A3A7-0D3A1AB38D11}" dt="2025-10-27T07:18:25.182" v="919" actId="465"/>
          <ac:grpSpMkLst>
            <pc:docMk/>
            <pc:sldMk cId="2665604951" sldId="2147483642"/>
            <ac:grpSpMk id="10" creationId="{F759DCFB-C13A-CC2D-8177-99F560249DD8}"/>
          </ac:grpSpMkLst>
        </pc:grpChg>
        <pc:grpChg chg="add mod">
          <ac:chgData name="Andrew Curran" userId="a3863812-7cd4-4576-bf46-b5bcf6048772" providerId="ADAL" clId="{B3F8DC21-04BD-5A7C-A3A7-0D3A1AB38D11}" dt="2025-10-27T07:18:25.182" v="919" actId="465"/>
          <ac:grpSpMkLst>
            <pc:docMk/>
            <pc:sldMk cId="2665604951" sldId="2147483642"/>
            <ac:grpSpMk id="34" creationId="{290E1D6D-6169-06A7-65C1-9FF5F70A3C46}"/>
          </ac:grpSpMkLst>
        </pc:grpChg>
        <pc:cxnChg chg="mod">
          <ac:chgData name="Andrew Curran" userId="a3863812-7cd4-4576-bf46-b5bcf6048772" providerId="ADAL" clId="{B3F8DC21-04BD-5A7C-A3A7-0D3A1AB38D11}" dt="2025-10-27T07:13:03.429" v="696" actId="465"/>
          <ac:cxnSpMkLst>
            <pc:docMk/>
            <pc:sldMk cId="2665604951" sldId="2147483642"/>
            <ac:cxnSpMk id="18" creationId="{BB6C6242-15A7-8DFF-D378-AEDB265F2291}"/>
          </ac:cxnSpMkLst>
        </pc:cxnChg>
        <pc:cxnChg chg="mod">
          <ac:chgData name="Andrew Curran" userId="a3863812-7cd4-4576-bf46-b5bcf6048772" providerId="ADAL" clId="{B3F8DC21-04BD-5A7C-A3A7-0D3A1AB38D11}" dt="2025-10-27T07:13:03.429" v="696" actId="465"/>
          <ac:cxnSpMkLst>
            <pc:docMk/>
            <pc:sldMk cId="2665604951" sldId="2147483642"/>
            <ac:cxnSpMk id="28" creationId="{D2D1D97A-2C9A-260D-C741-64EE90DB61E2}"/>
          </ac:cxnSpMkLst>
        </pc:cxnChg>
        <pc:cxnChg chg="mod">
          <ac:chgData name="Andrew Curran" userId="a3863812-7cd4-4576-bf46-b5bcf6048772" providerId="ADAL" clId="{B3F8DC21-04BD-5A7C-A3A7-0D3A1AB38D11}" dt="2025-10-27T07:18:25.182" v="919" actId="465"/>
          <ac:cxnSpMkLst>
            <pc:docMk/>
            <pc:sldMk cId="2665604951" sldId="2147483642"/>
            <ac:cxnSpMk id="36" creationId="{4C8B9C53-E0F4-99E5-A33F-B3ACD2D6D0C0}"/>
          </ac:cxnSpMkLst>
        </pc:cxnChg>
        <pc:cxnChg chg="mod">
          <ac:chgData name="Andrew Curran" userId="a3863812-7cd4-4576-bf46-b5bcf6048772" providerId="ADAL" clId="{B3F8DC21-04BD-5A7C-A3A7-0D3A1AB38D11}" dt="2025-10-27T07:18:25.182" v="919" actId="465"/>
          <ac:cxnSpMkLst>
            <pc:docMk/>
            <pc:sldMk cId="2665604951" sldId="2147483642"/>
            <ac:cxnSpMk id="38" creationId="{18EE13D2-4560-D16C-010C-EF6D6C1BFC21}"/>
          </ac:cxnSpMkLst>
        </pc:cxnChg>
      </pc:sldChg>
      <pc:sldMasterChg chg="delSldLayout">
        <pc:chgData name="Andrew Curran" userId="a3863812-7cd4-4576-bf46-b5bcf6048772" providerId="ADAL" clId="{B3F8DC21-04BD-5A7C-A3A7-0D3A1AB38D11}" dt="2025-10-27T07:01:38.481" v="0" actId="2696"/>
        <pc:sldMasterMkLst>
          <pc:docMk/>
          <pc:sldMasterMk cId="2468512354" sldId="2147484011"/>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18.01.26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a:t>
            </a:fld>
            <a:endParaRPr lang="de-CH" sz="90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18.01.26</a:t>
            </a:fld>
            <a:endParaRPr lang="de-CH"/>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4.jpe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4.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2.png"/><Relationship Id="rId5" Type="http://schemas.openxmlformats.org/officeDocument/2006/relationships/image" Target="../media/image4.jpe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larg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300EA0E-356C-355A-7191-EEDDBA876965}"/>
              </a:ext>
            </a:extLst>
          </p:cNvPr>
          <p:cNvGraphicFramePr>
            <a:graphicFrameLocks noChangeAspect="1"/>
          </p:cNvGraphicFramePr>
          <p:nvPr userDrawn="1">
            <p:custDataLst>
              <p:tags r:id="rId1"/>
            </p:custDataLst>
            <p:extLst>
              <p:ext uri="{D42A27DB-BD31-4B8C-83A1-F6EECF244321}">
                <p14:modId xmlns:p14="http://schemas.microsoft.com/office/powerpoint/2010/main" val="2560921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C300EA0E-356C-355A-7191-EEDDBA8769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0" name="Picture Placeholder 59">
            <a:extLst>
              <a:ext uri="{FF2B5EF4-FFF2-40B4-BE49-F238E27FC236}">
                <a16:creationId xmlns:a16="http://schemas.microsoft.com/office/drawing/2014/main" id="{C0749135-5B64-AD1B-FBE0-B32B32F68A3C}"/>
              </a:ext>
            </a:extLst>
          </p:cNvPr>
          <p:cNvSpPr>
            <a:spLocks noGrp="1"/>
          </p:cNvSpPr>
          <p:nvPr>
            <p:ph type="pic" sz="quarter" idx="14" hasCustomPrompt="1"/>
          </p:nvPr>
        </p:nvSpPr>
        <p:spPr>
          <a:xfrm>
            <a:off x="0" y="0"/>
            <a:ext cx="12192000" cy="6858000"/>
          </a:xfrm>
          <a:blipFill>
            <a:blip r:embed="rId5"/>
            <a:stretch>
              <a:fillRect/>
            </a:stretch>
          </a:blipFill>
        </p:spPr>
        <p:txBody>
          <a:bodyPr anchor="ctr">
            <a:noAutofit/>
          </a:bodyPr>
          <a:lstStyle>
            <a:lvl1pPr algn="ctr" rtl="0">
              <a:defRPr sz="3000">
                <a:solidFill>
                  <a:schemeClr val="bg1">
                    <a:lumMod val="75000"/>
                  </a:schemeClr>
                </a:solidFill>
              </a:defRPr>
            </a:lvl1pPr>
          </a:lstStyle>
          <a:p>
            <a:r>
              <a:rPr lang="en-GB"/>
              <a:t>Insert image here</a:t>
            </a:r>
          </a:p>
        </p:txBody>
      </p:sp>
      <p:sp>
        <p:nvSpPr>
          <p:cNvPr id="56" name="Media Placeholder 55">
            <a:extLst>
              <a:ext uri="{FF2B5EF4-FFF2-40B4-BE49-F238E27FC236}">
                <a16:creationId xmlns:a16="http://schemas.microsoft.com/office/drawing/2014/main" id="{8CBBC484-B5D3-32C6-4994-6808A0442CA3}"/>
              </a:ext>
            </a:extLst>
          </p:cNvPr>
          <p:cNvSpPr>
            <a:spLocks noGrp="1" noChangeAspect="1"/>
          </p:cNvSpPr>
          <p:nvPr>
            <p:ph type="media" sz="quarter" idx="13" hasCustomPrompt="1"/>
          </p:nvPr>
        </p:nvSpPr>
        <p:spPr>
          <a:xfrm>
            <a:off x="442913" y="5943600"/>
            <a:ext cx="3025670" cy="458247"/>
          </a:xfrm>
          <a:blipFill>
            <a:blip r:embed="rId6">
              <a:extLst>
                <a:ext uri="{96DAC541-7B7A-43D3-8B79-37D633B846F1}">
                  <asvg:svgBlip xmlns:asvg="http://schemas.microsoft.com/office/drawing/2016/SVG/main" r:embed="rId7"/>
                </a:ext>
              </a:extLst>
            </a:blip>
            <a:stretch>
              <a:fillRect/>
            </a:stretch>
          </a:blipFill>
        </p:spPr>
        <p:txBody>
          <a:bodyPr>
            <a:noAutofit/>
          </a:bodyPr>
          <a:lstStyle>
            <a:lvl1pPr rtl="0">
              <a:defRPr/>
            </a:lvl1pPr>
          </a:lstStyle>
          <a:p>
            <a:r>
              <a:rPr lang="en-GB"/>
              <a:t> </a:t>
            </a:r>
          </a:p>
        </p:txBody>
      </p:sp>
      <p:sp>
        <p:nvSpPr>
          <p:cNvPr id="2" name="Title 1">
            <a:extLst>
              <a:ext uri="{FF2B5EF4-FFF2-40B4-BE49-F238E27FC236}">
                <a16:creationId xmlns:a16="http://schemas.microsoft.com/office/drawing/2014/main" id="{03F6F3AB-D9EB-DF89-950F-D85A488F990D}"/>
              </a:ext>
            </a:extLst>
          </p:cNvPr>
          <p:cNvSpPr>
            <a:spLocks noGrp="1"/>
          </p:cNvSpPr>
          <p:nvPr>
            <p:ph type="ctrTitle"/>
          </p:nvPr>
        </p:nvSpPr>
        <p:spPr>
          <a:xfrm>
            <a:off x="4404583" y="419765"/>
            <a:ext cx="7334147" cy="1308050"/>
          </a:xfrm>
        </p:spPr>
        <p:txBody>
          <a:bodyPr vert="horz" anchor="t"/>
          <a:lstStyle>
            <a:lvl1pPr algn="l" rtl="0">
              <a:lnSpc>
                <a:spcPct val="85000"/>
              </a:lnSpc>
              <a:defRPr sz="5000"/>
            </a:lvl1pPr>
          </a:lstStyle>
          <a:p>
            <a:r>
              <a:rPr lang="en-GB"/>
              <a:t>Click to edit Master title style</a:t>
            </a:r>
          </a:p>
        </p:txBody>
      </p:sp>
      <p:grpSp>
        <p:nvGrpSpPr>
          <p:cNvPr id="52" name="Group 51">
            <a:extLst>
              <a:ext uri="{FF2B5EF4-FFF2-40B4-BE49-F238E27FC236}">
                <a16:creationId xmlns:a16="http://schemas.microsoft.com/office/drawing/2014/main" id="{46954EAB-BD37-AC89-B15A-94547D209FFE}"/>
              </a:ext>
            </a:extLst>
          </p:cNvPr>
          <p:cNvGrpSpPr/>
          <p:nvPr userDrawn="1"/>
        </p:nvGrpSpPr>
        <p:grpSpPr>
          <a:xfrm>
            <a:off x="442913" y="-191937"/>
            <a:ext cx="900112" cy="142064"/>
            <a:chOff x="442913" y="-180032"/>
            <a:chExt cx="900112" cy="142064"/>
          </a:xfrm>
        </p:grpSpPr>
        <p:sp>
          <p:nvSpPr>
            <p:cNvPr id="42" name="TextBox 41">
              <a:extLst>
                <a:ext uri="{FF2B5EF4-FFF2-40B4-BE49-F238E27FC236}">
                  <a16:creationId xmlns:a16="http://schemas.microsoft.com/office/drawing/2014/main" id="{C446BF0A-68A6-BF92-97CC-C8EF018A509B}"/>
                </a:ext>
              </a:extLst>
            </p:cNvPr>
            <p:cNvSpPr txBox="1"/>
            <p:nvPr userDrawn="1"/>
          </p:nvSpPr>
          <p:spPr>
            <a:xfrm>
              <a:off x="492379" y="-162861"/>
              <a:ext cx="801181" cy="107722"/>
            </a:xfrm>
            <a:prstGeom prst="rect">
              <a:avLst/>
            </a:prstGeom>
            <a:noFill/>
          </p:spPr>
          <p:txBody>
            <a:bodyPr wrap="none" lIns="0" tIns="0" rIns="0" bIns="0" rtlCol="0">
              <a:spAutoFit/>
            </a:bodyPr>
            <a:lstStyle/>
            <a:p>
              <a:pPr algn="ctr" rtl="0"/>
              <a:r>
                <a:rPr lang="en-GB" sz="700" spc="-20" baseline="0"/>
                <a:t>max. width client logo</a:t>
              </a:r>
            </a:p>
          </p:txBody>
        </p:sp>
        <p:grpSp>
          <p:nvGrpSpPr>
            <p:cNvPr id="49" name="Group 48">
              <a:extLst>
                <a:ext uri="{FF2B5EF4-FFF2-40B4-BE49-F238E27FC236}">
                  <a16:creationId xmlns:a16="http://schemas.microsoft.com/office/drawing/2014/main" id="{3C7BD416-AC44-DDCA-D53C-9B32122B21C4}"/>
                </a:ext>
              </a:extLst>
            </p:cNvPr>
            <p:cNvGrpSpPr/>
            <p:nvPr userDrawn="1"/>
          </p:nvGrpSpPr>
          <p:grpSpPr>
            <a:xfrm>
              <a:off x="442913" y="-180032"/>
              <a:ext cx="900112" cy="142064"/>
              <a:chOff x="442913" y="-214374"/>
              <a:chExt cx="900112" cy="176406"/>
            </a:xfrm>
          </p:grpSpPr>
          <p:cxnSp>
            <p:nvCxnSpPr>
              <p:cNvPr id="44" name="Straight Connector 43">
                <a:extLst>
                  <a:ext uri="{FF2B5EF4-FFF2-40B4-BE49-F238E27FC236}">
                    <a16:creationId xmlns:a16="http://schemas.microsoft.com/office/drawing/2014/main" id="{1AA3000B-442C-7C1B-A3A3-8215145A6640}"/>
                  </a:ext>
                </a:extLst>
              </p:cNvPr>
              <p:cNvCxnSpPr/>
              <p:nvPr userDrawn="1"/>
            </p:nvCxnSpPr>
            <p:spPr>
              <a:xfrm>
                <a:off x="442913" y="-214374"/>
                <a:ext cx="0" cy="176406"/>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4A64E4F-02F5-95A5-352B-54C910C43E72}"/>
                  </a:ext>
                </a:extLst>
              </p:cNvPr>
              <p:cNvCxnSpPr/>
              <p:nvPr userDrawn="1"/>
            </p:nvCxnSpPr>
            <p:spPr>
              <a:xfrm>
                <a:off x="1343025" y="-214374"/>
                <a:ext cx="0" cy="176406"/>
              </a:xfrm>
              <a:prstGeom prst="line">
                <a:avLst/>
              </a:prstGeom>
              <a:ln w="6350"/>
            </p:spPr>
            <p:style>
              <a:lnRef idx="2">
                <a:schemeClr val="accent1"/>
              </a:lnRef>
              <a:fillRef idx="0">
                <a:schemeClr val="accent1"/>
              </a:fillRef>
              <a:effectRef idx="1">
                <a:schemeClr val="accent1"/>
              </a:effectRef>
              <a:fontRef idx="minor">
                <a:schemeClr val="tx1"/>
              </a:fontRef>
            </p:style>
          </p:cxnSp>
        </p:grpSp>
      </p:grpSp>
      <p:grpSp>
        <p:nvGrpSpPr>
          <p:cNvPr id="51" name="Group 50">
            <a:extLst>
              <a:ext uri="{FF2B5EF4-FFF2-40B4-BE49-F238E27FC236}">
                <a16:creationId xmlns:a16="http://schemas.microsoft.com/office/drawing/2014/main" id="{E126DE0E-E759-CBB3-A6AC-5FF71CEFD279}"/>
              </a:ext>
            </a:extLst>
          </p:cNvPr>
          <p:cNvGrpSpPr/>
          <p:nvPr userDrawn="1"/>
        </p:nvGrpSpPr>
        <p:grpSpPr>
          <a:xfrm>
            <a:off x="-195454" y="460348"/>
            <a:ext cx="144000" cy="916015"/>
            <a:chOff x="-181168" y="460348"/>
            <a:chExt cx="144000" cy="916015"/>
          </a:xfrm>
        </p:grpSpPr>
        <p:grpSp>
          <p:nvGrpSpPr>
            <p:cNvPr id="50" name="Group 49">
              <a:extLst>
                <a:ext uri="{FF2B5EF4-FFF2-40B4-BE49-F238E27FC236}">
                  <a16:creationId xmlns:a16="http://schemas.microsoft.com/office/drawing/2014/main" id="{E5A9042B-DF87-92D9-EE28-D90C027F2A76}"/>
                </a:ext>
              </a:extLst>
            </p:cNvPr>
            <p:cNvGrpSpPr/>
            <p:nvPr userDrawn="1"/>
          </p:nvGrpSpPr>
          <p:grpSpPr>
            <a:xfrm>
              <a:off x="-181168" y="460348"/>
              <a:ext cx="144000" cy="916015"/>
              <a:chOff x="-204978" y="460348"/>
              <a:chExt cx="176406" cy="916015"/>
            </a:xfrm>
          </p:grpSpPr>
          <p:cxnSp>
            <p:nvCxnSpPr>
              <p:cNvPr id="46" name="Straight Connector 45">
                <a:extLst>
                  <a:ext uri="{FF2B5EF4-FFF2-40B4-BE49-F238E27FC236}">
                    <a16:creationId xmlns:a16="http://schemas.microsoft.com/office/drawing/2014/main" id="{BE1A6A9B-4574-DB7C-2B56-28C6EA885B7C}"/>
                  </a:ext>
                </a:extLst>
              </p:cNvPr>
              <p:cNvCxnSpPr>
                <a:cxnSpLocks/>
              </p:cNvCxnSpPr>
              <p:nvPr userDrawn="1"/>
            </p:nvCxnSpPr>
            <p:spPr>
              <a:xfrm rot="5400000">
                <a:off x="-116775" y="372145"/>
                <a:ext cx="0" cy="176406"/>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51154755-A921-4598-FE31-4465FB26F8E4}"/>
                  </a:ext>
                </a:extLst>
              </p:cNvPr>
              <p:cNvCxnSpPr>
                <a:cxnSpLocks/>
              </p:cNvCxnSpPr>
              <p:nvPr userDrawn="1"/>
            </p:nvCxnSpPr>
            <p:spPr>
              <a:xfrm rot="5400000">
                <a:off x="-116775" y="1288160"/>
                <a:ext cx="0" cy="176406"/>
              </a:xfrm>
              <a:prstGeom prst="line">
                <a:avLst/>
              </a:prstGeom>
              <a:ln w="6350"/>
            </p:spPr>
            <p:style>
              <a:lnRef idx="2">
                <a:schemeClr val="accent1"/>
              </a:lnRef>
              <a:fillRef idx="0">
                <a:schemeClr val="accent1"/>
              </a:fillRef>
              <a:effectRef idx="1">
                <a:schemeClr val="accent1"/>
              </a:effectRef>
              <a:fontRef idx="minor">
                <a:schemeClr val="tx1"/>
              </a:fontRef>
            </p:style>
          </p:cxnSp>
        </p:grpSp>
        <p:sp>
          <p:nvSpPr>
            <p:cNvPr id="48" name="TextBox 47">
              <a:extLst>
                <a:ext uri="{FF2B5EF4-FFF2-40B4-BE49-F238E27FC236}">
                  <a16:creationId xmlns:a16="http://schemas.microsoft.com/office/drawing/2014/main" id="{E0E979D6-E2AF-2D3C-3757-3C4C437D69E7}"/>
                </a:ext>
              </a:extLst>
            </p:cNvPr>
            <p:cNvSpPr txBox="1"/>
            <p:nvPr userDrawn="1"/>
          </p:nvSpPr>
          <p:spPr>
            <a:xfrm rot="16200000">
              <a:off x="-526109" y="864494"/>
              <a:ext cx="833883" cy="107722"/>
            </a:xfrm>
            <a:prstGeom prst="rect">
              <a:avLst/>
            </a:prstGeom>
            <a:noFill/>
          </p:spPr>
          <p:txBody>
            <a:bodyPr wrap="none" lIns="0" tIns="0" rIns="0" bIns="0" rtlCol="0">
              <a:spAutoFit/>
            </a:bodyPr>
            <a:lstStyle/>
            <a:p>
              <a:pPr algn="ctr" rtl="0"/>
              <a:r>
                <a:rPr lang="en-GB" sz="700" spc="-20" baseline="0"/>
                <a:t>max. height client logo</a:t>
              </a:r>
            </a:p>
          </p:txBody>
        </p:sp>
      </p:grpSp>
      <p:sp>
        <p:nvSpPr>
          <p:cNvPr id="29" name="Table Placeholder 28">
            <a:extLst>
              <a:ext uri="{FF2B5EF4-FFF2-40B4-BE49-F238E27FC236}">
                <a16:creationId xmlns:a16="http://schemas.microsoft.com/office/drawing/2014/main" id="{27F1EA17-3533-460C-A6C6-9A0C4512D26C}"/>
              </a:ext>
            </a:extLst>
          </p:cNvPr>
          <p:cNvSpPr>
            <a:spLocks noGrp="1"/>
          </p:cNvSpPr>
          <p:nvPr>
            <p:ph type="tbl" sz="quarter" idx="16" hasCustomPrompt="1"/>
          </p:nvPr>
        </p:nvSpPr>
        <p:spPr>
          <a:xfrm>
            <a:off x="3922083" y="457200"/>
            <a:ext cx="3600" cy="5944647"/>
          </a:xfrm>
          <a:solidFill>
            <a:schemeClr val="tx1"/>
          </a:solidFill>
        </p:spPr>
        <p:txBody>
          <a:bodyPr>
            <a:noAutofit/>
          </a:bodyPr>
          <a:lstStyle>
            <a:lvl1pPr>
              <a:defRPr/>
            </a:lvl1pPr>
          </a:lstStyle>
          <a:p>
            <a:r>
              <a:rPr lang="en-GB"/>
              <a:t> </a:t>
            </a:r>
          </a:p>
        </p:txBody>
      </p:sp>
      <p:sp>
        <p:nvSpPr>
          <p:cNvPr id="5" name="Text Placeholder 4">
            <a:extLst>
              <a:ext uri="{FF2B5EF4-FFF2-40B4-BE49-F238E27FC236}">
                <a16:creationId xmlns:a16="http://schemas.microsoft.com/office/drawing/2014/main" id="{341F46A3-BA4C-E619-3198-52553FF9C35B}"/>
              </a:ext>
            </a:extLst>
          </p:cNvPr>
          <p:cNvSpPr>
            <a:spLocks noGrp="1"/>
          </p:cNvSpPr>
          <p:nvPr>
            <p:ph type="body" sz="quarter" idx="17" hasCustomPrompt="1"/>
          </p:nvPr>
        </p:nvSpPr>
        <p:spPr>
          <a:xfrm>
            <a:off x="4404583" y="1727815"/>
            <a:ext cx="7334147" cy="856306"/>
          </a:xfrm>
        </p:spPr>
        <p:txBody>
          <a:bodyPr tIns="144000"/>
          <a:lstStyle>
            <a:lvl1pPr>
              <a:defRPr>
                <a:sym typeface="Wingdings" panose="05000000000000000000" pitchFamily="2" charset="2"/>
              </a:defRPr>
            </a:lvl1pPr>
            <a:lvl2pPr>
              <a:defRPr b="1"/>
            </a:lvl2pPr>
            <a:lvl3pPr marL="0" indent="0">
              <a:buNone/>
              <a:defRPr/>
            </a:lvl3pPr>
          </a:lstStyle>
          <a:p>
            <a:pPr lvl="0"/>
            <a:r>
              <a:rPr lang="en-US"/>
              <a:t>Subtitle | next text level  Name | next text level  Location &amp; Date</a:t>
            </a:r>
          </a:p>
          <a:p>
            <a:pPr lvl="1"/>
            <a:r>
              <a:rPr lang="en-GB"/>
              <a:t>First name Last name</a:t>
            </a:r>
          </a:p>
          <a:p>
            <a:pPr lvl="2"/>
            <a:r>
              <a:rPr lang="en-GB"/>
              <a:t>Location, Date</a:t>
            </a:r>
          </a:p>
        </p:txBody>
      </p:sp>
    </p:spTree>
    <p:extLst>
      <p:ext uri="{BB962C8B-B14F-4D97-AF65-F5344CB8AC3E}">
        <p14:creationId xmlns:p14="http://schemas.microsoft.com/office/powerpoint/2010/main" val="3808923838"/>
      </p:ext>
    </p:extLst>
  </p:cSld>
  <p:clrMapOvr>
    <a:masterClrMapping/>
  </p:clrMapOvr>
  <p:extLst>
    <p:ext uri="{DCECCB84-F9BA-43D5-87BE-67443E8EF086}">
      <p15:sldGuideLst xmlns:p15="http://schemas.microsoft.com/office/powerpoint/2012/main">
        <p15:guide id="1" pos="7401">
          <p15:clr>
            <a:srgbClr val="FBAE40"/>
          </p15:clr>
        </p15:guide>
        <p15:guide id="2" pos="279">
          <p15:clr>
            <a:srgbClr val="FBAE40"/>
          </p15:clr>
        </p15:guide>
        <p15:guide id="3" orient="horz" pos="288">
          <p15:clr>
            <a:srgbClr val="FBAE40"/>
          </p15:clr>
        </p15:guide>
        <p15:guide id="4" orient="horz" pos="4032">
          <p15:clr>
            <a:srgbClr val="FBAE40"/>
          </p15:clr>
        </p15:guide>
        <p15:guide id="5" pos="846">
          <p15:clr>
            <a:srgbClr val="FBAE40"/>
          </p15:clr>
        </p15:guide>
        <p15:guide id="6" orient="horz" pos="86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31700444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Picture Placeholder 59">
            <a:extLst>
              <a:ext uri="{FF2B5EF4-FFF2-40B4-BE49-F238E27FC236}">
                <a16:creationId xmlns:a16="http://schemas.microsoft.com/office/drawing/2014/main" id="{8A19E147-88AA-2E32-7388-B53AF1FB734F}"/>
              </a:ext>
            </a:extLst>
          </p:cNvPr>
          <p:cNvSpPr>
            <a:spLocks noGrp="1"/>
          </p:cNvSpPr>
          <p:nvPr>
            <p:ph type="pic" sz="quarter" idx="19" hasCustomPrompt="1"/>
          </p:nvPr>
        </p:nvSpPr>
        <p:spPr>
          <a:xfrm>
            <a:off x="0" y="0"/>
            <a:ext cx="12192000" cy="6858000"/>
          </a:xfrm>
          <a:blipFill>
            <a:blip r:embed="rId5"/>
            <a:stretch>
              <a:fillRect/>
            </a:stretch>
          </a:blipFill>
        </p:spPr>
        <p:txBody>
          <a:bodyPr anchor="ctr">
            <a:noAutofit/>
          </a:bodyPr>
          <a:lstStyle>
            <a:lvl1pPr algn="ctr" rtl="0">
              <a:defRPr sz="3000">
                <a:solidFill>
                  <a:schemeClr val="bg1">
                    <a:lumMod val="75000"/>
                  </a:schemeClr>
                </a:solidFill>
              </a:defRPr>
            </a:lvl1pPr>
          </a:lstStyle>
          <a:p>
            <a:r>
              <a:rPr lang="en-GB"/>
              <a:t>Insert image here</a:t>
            </a:r>
          </a:p>
        </p:txBody>
      </p:sp>
      <p:sp>
        <p:nvSpPr>
          <p:cNvPr id="2" name="Title 1">
            <a:extLst>
              <a:ext uri="{FF2B5EF4-FFF2-40B4-BE49-F238E27FC236}">
                <a16:creationId xmlns:a16="http://schemas.microsoft.com/office/drawing/2014/main" id="{B0D1B0C9-0CCD-6B1A-F332-FAD5B18A21BE}"/>
              </a:ext>
            </a:extLst>
          </p:cNvPr>
          <p:cNvSpPr>
            <a:spLocks noGrp="1"/>
          </p:cNvSpPr>
          <p:nvPr>
            <p:ph type="title" hasCustomPrompt="1"/>
          </p:nvPr>
        </p:nvSpPr>
        <p:spPr>
          <a:xfrm>
            <a:off x="442913" y="778567"/>
            <a:ext cx="11306175" cy="775597"/>
          </a:xfrm>
        </p:spPr>
        <p:txBody>
          <a:bodyPr vert="horz"/>
          <a:lstStyle>
            <a:lvl1pPr rtl="0">
              <a:defRPr/>
            </a:lvl1pPr>
          </a:lstStyle>
          <a:p>
            <a:r>
              <a:rPr lang="en-GB"/>
              <a:t>Agenda</a:t>
            </a:r>
            <a:br>
              <a:rPr lang="en-GB"/>
            </a:br>
            <a:endParaRPr lang="en-GB"/>
          </a:p>
        </p:txBody>
      </p:sp>
      <p:sp>
        <p:nvSpPr>
          <p:cNvPr id="22" name="Media Placeholder 55">
            <a:extLst>
              <a:ext uri="{FF2B5EF4-FFF2-40B4-BE49-F238E27FC236}">
                <a16:creationId xmlns:a16="http://schemas.microsoft.com/office/drawing/2014/main" id="{0CB97027-9322-0B65-4F93-519B7CEB6267}"/>
              </a:ext>
            </a:extLst>
          </p:cNvPr>
          <p:cNvSpPr>
            <a:spLocks noGrp="1" noChangeAspect="1"/>
          </p:cNvSpPr>
          <p:nvPr>
            <p:ph type="media" sz="quarter" idx="20" hasCustomPrompt="1"/>
          </p:nvPr>
        </p:nvSpPr>
        <p:spPr>
          <a:xfrm>
            <a:off x="442913" y="6260677"/>
            <a:ext cx="932104" cy="141170"/>
          </a:xfrm>
          <a:blipFill>
            <a:blip r:embed="rId6">
              <a:extLst>
                <a:ext uri="{96DAC541-7B7A-43D3-8B79-37D633B846F1}">
                  <asvg:svgBlip xmlns:asvg="http://schemas.microsoft.com/office/drawing/2016/SVG/main" r:embed="rId7"/>
                </a:ext>
              </a:extLst>
            </a:blip>
            <a:stretch>
              <a:fillRect/>
            </a:stretch>
          </a:blipFill>
        </p:spPr>
        <p:txBody>
          <a:bodyPr>
            <a:noAutofit/>
          </a:bodyPr>
          <a:lstStyle>
            <a:lvl1pPr rtl="0">
              <a:defRPr/>
            </a:lvl1pPr>
          </a:lstStyle>
          <a:p>
            <a:r>
              <a:rPr lang="en-GB"/>
              <a:t> </a:t>
            </a:r>
          </a:p>
        </p:txBody>
      </p:sp>
      <p:sp>
        <p:nvSpPr>
          <p:cNvPr id="44" name="Table Placeholder 28">
            <a:extLst>
              <a:ext uri="{FF2B5EF4-FFF2-40B4-BE49-F238E27FC236}">
                <a16:creationId xmlns:a16="http://schemas.microsoft.com/office/drawing/2014/main" id="{C8A9F7C7-2599-E855-7348-8EB38D991BC7}"/>
              </a:ext>
            </a:extLst>
          </p:cNvPr>
          <p:cNvSpPr>
            <a:spLocks noGrp="1"/>
          </p:cNvSpPr>
          <p:nvPr>
            <p:ph type="tbl" sz="quarter" idx="25" hasCustomPrompt="1"/>
          </p:nvPr>
        </p:nvSpPr>
        <p:spPr>
          <a:xfrm>
            <a:off x="5623109" y="1955901"/>
            <a:ext cx="3600" cy="2848437"/>
          </a:xfrm>
          <a:solidFill>
            <a:schemeClr val="tx1"/>
          </a:solidFill>
        </p:spPr>
        <p:txBody>
          <a:bodyPr>
            <a:noAutofit/>
          </a:bodyPr>
          <a:lstStyle>
            <a:lvl1pPr>
              <a:defRPr/>
            </a:lvl1pPr>
          </a:lstStyle>
          <a:p>
            <a:r>
              <a:rPr lang="en-GB"/>
              <a:t> </a:t>
            </a:r>
          </a:p>
        </p:txBody>
      </p:sp>
      <p:sp>
        <p:nvSpPr>
          <p:cNvPr id="45" name="Table Placeholder 28">
            <a:extLst>
              <a:ext uri="{FF2B5EF4-FFF2-40B4-BE49-F238E27FC236}">
                <a16:creationId xmlns:a16="http://schemas.microsoft.com/office/drawing/2014/main" id="{263D237E-BA66-D886-020D-DA5DDF287AC2}"/>
              </a:ext>
            </a:extLst>
          </p:cNvPr>
          <p:cNvSpPr>
            <a:spLocks noGrp="1"/>
          </p:cNvSpPr>
          <p:nvPr>
            <p:ph type="tbl" sz="quarter" idx="26" hasCustomPrompt="1"/>
          </p:nvPr>
        </p:nvSpPr>
        <p:spPr>
          <a:xfrm>
            <a:off x="8920743" y="1955901"/>
            <a:ext cx="3600" cy="2848437"/>
          </a:xfrm>
          <a:solidFill>
            <a:schemeClr val="tx1"/>
          </a:solidFill>
        </p:spPr>
        <p:txBody>
          <a:bodyPr>
            <a:noAutofit/>
          </a:bodyPr>
          <a:lstStyle>
            <a:lvl1pPr>
              <a:defRPr/>
            </a:lvl1pPr>
          </a:lstStyle>
          <a:p>
            <a:r>
              <a:rPr lang="en-GB"/>
              <a:t> </a:t>
            </a:r>
          </a:p>
        </p:txBody>
      </p:sp>
      <p:sp>
        <p:nvSpPr>
          <p:cNvPr id="4" name="Text Placeholder 3">
            <a:extLst>
              <a:ext uri="{FF2B5EF4-FFF2-40B4-BE49-F238E27FC236}">
                <a16:creationId xmlns:a16="http://schemas.microsoft.com/office/drawing/2014/main" id="{54A79B2F-CEA7-6235-0B95-C1A89134C82B}"/>
              </a:ext>
            </a:extLst>
          </p:cNvPr>
          <p:cNvSpPr>
            <a:spLocks noGrp="1"/>
          </p:cNvSpPr>
          <p:nvPr>
            <p:ph type="body" sz="quarter" idx="32" hasCustomPrompt="1"/>
          </p:nvPr>
        </p:nvSpPr>
        <p:spPr>
          <a:xfrm>
            <a:off x="2798364" y="1955901"/>
            <a:ext cx="2355454" cy="563167"/>
          </a:xfrm>
        </p:spPr>
        <p:txBody>
          <a:bodyPr>
            <a:spAutoFit/>
          </a:bodyPr>
          <a:lstStyle>
            <a:lvl1pPr marL="268288" indent="-268288">
              <a:lnSpc>
                <a:spcPct val="102000"/>
              </a:lnSpc>
              <a:spcBef>
                <a:spcPts val="600"/>
              </a:spcBef>
              <a:buFont typeface="+mj-lt"/>
              <a:buAutoNum type="arabicPeriod"/>
              <a:defRPr sz="1600" b="1"/>
            </a:lvl1pPr>
            <a:lvl2pPr marL="268288" indent="-268288">
              <a:lnSpc>
                <a:spcPct val="102000"/>
              </a:lnSpc>
              <a:spcBef>
                <a:spcPts val="600"/>
              </a:spcBef>
              <a:buFont typeface="+mj-lt"/>
              <a:buAutoNum type="romanUcPeriod"/>
              <a:defRPr sz="1600" b="0"/>
            </a:lvl2pPr>
            <a:lvl3pPr>
              <a:lnSpc>
                <a:spcPct val="102000"/>
              </a:lnSpc>
              <a:spcBef>
                <a:spcPts val="600"/>
              </a:spcBef>
              <a:defRPr sz="1600"/>
            </a:lvl3pPr>
            <a:lvl4pPr>
              <a:lnSpc>
                <a:spcPct val="102000"/>
              </a:lnSpc>
              <a:spcBef>
                <a:spcPts val="600"/>
              </a:spcBef>
              <a:defRPr sz="1600"/>
            </a:lvl4pPr>
            <a:lvl5pPr>
              <a:lnSpc>
                <a:spcPct val="102000"/>
              </a:lnSpc>
              <a:spcBef>
                <a:spcPts val="600"/>
              </a:spcBef>
              <a:defRPr sz="1600"/>
            </a:lvl5pPr>
          </a:lstStyle>
          <a:p>
            <a:pPr lvl="0"/>
            <a:r>
              <a:rPr lang="en-US"/>
              <a:t>Topic </a:t>
            </a:r>
            <a:r>
              <a:rPr lang="en-US" err="1"/>
              <a:t>Dolorem</a:t>
            </a:r>
            <a:r>
              <a:rPr lang="en-US"/>
              <a:t> </a:t>
            </a:r>
            <a:r>
              <a:rPr lang="en-US" err="1"/>
              <a:t>uptat</a:t>
            </a:r>
            <a:endParaRPr lang="en-US"/>
          </a:p>
          <a:p>
            <a:pPr lvl="1"/>
            <a:r>
              <a:rPr lang="en-US"/>
              <a:t>Second level</a:t>
            </a:r>
          </a:p>
        </p:txBody>
      </p:sp>
      <p:sp>
        <p:nvSpPr>
          <p:cNvPr id="7" name="Text Placeholder 3">
            <a:extLst>
              <a:ext uri="{FF2B5EF4-FFF2-40B4-BE49-F238E27FC236}">
                <a16:creationId xmlns:a16="http://schemas.microsoft.com/office/drawing/2014/main" id="{827A7461-81F1-3DBE-A571-6C74EBDCE63A}"/>
              </a:ext>
            </a:extLst>
          </p:cNvPr>
          <p:cNvSpPr>
            <a:spLocks noGrp="1"/>
          </p:cNvSpPr>
          <p:nvPr>
            <p:ph type="body" sz="quarter" idx="33" hasCustomPrompt="1"/>
          </p:nvPr>
        </p:nvSpPr>
        <p:spPr>
          <a:xfrm>
            <a:off x="6096000" y="1955901"/>
            <a:ext cx="2355454" cy="563167"/>
          </a:xfrm>
        </p:spPr>
        <p:txBody>
          <a:bodyPr>
            <a:spAutoFit/>
          </a:bodyPr>
          <a:lstStyle>
            <a:lvl1pPr marL="268288" indent="-268288">
              <a:lnSpc>
                <a:spcPct val="102000"/>
              </a:lnSpc>
              <a:spcBef>
                <a:spcPts val="600"/>
              </a:spcBef>
              <a:buFont typeface="+mj-lt"/>
              <a:buAutoNum type="arabicPeriod" startAt="2"/>
              <a:defRPr sz="1600" b="1"/>
            </a:lvl1pPr>
            <a:lvl2pPr marL="268288" indent="-268288">
              <a:lnSpc>
                <a:spcPct val="102000"/>
              </a:lnSpc>
              <a:spcBef>
                <a:spcPts val="600"/>
              </a:spcBef>
              <a:buFont typeface="+mj-lt"/>
              <a:buAutoNum type="romanUcPeriod"/>
              <a:defRPr sz="1600" b="0"/>
            </a:lvl2pPr>
            <a:lvl3pPr>
              <a:lnSpc>
                <a:spcPct val="102000"/>
              </a:lnSpc>
              <a:spcBef>
                <a:spcPts val="600"/>
              </a:spcBef>
              <a:defRPr sz="1600"/>
            </a:lvl3pPr>
            <a:lvl4pPr>
              <a:lnSpc>
                <a:spcPct val="102000"/>
              </a:lnSpc>
              <a:spcBef>
                <a:spcPts val="600"/>
              </a:spcBef>
              <a:defRPr sz="1600"/>
            </a:lvl4pPr>
            <a:lvl5pPr>
              <a:lnSpc>
                <a:spcPct val="102000"/>
              </a:lnSpc>
              <a:spcBef>
                <a:spcPts val="600"/>
              </a:spcBef>
              <a:defRPr sz="1600"/>
            </a:lvl5pPr>
          </a:lstStyle>
          <a:p>
            <a:pPr lvl="0"/>
            <a:r>
              <a:rPr lang="en-US"/>
              <a:t>Topic </a:t>
            </a:r>
            <a:r>
              <a:rPr lang="en-US" err="1"/>
              <a:t>Dolorem</a:t>
            </a:r>
            <a:r>
              <a:rPr lang="en-US"/>
              <a:t> </a:t>
            </a:r>
            <a:r>
              <a:rPr lang="en-US" err="1"/>
              <a:t>uptat</a:t>
            </a:r>
            <a:endParaRPr lang="en-US"/>
          </a:p>
          <a:p>
            <a:pPr lvl="1"/>
            <a:r>
              <a:rPr lang="en-US"/>
              <a:t>Second level</a:t>
            </a:r>
          </a:p>
        </p:txBody>
      </p:sp>
      <p:sp>
        <p:nvSpPr>
          <p:cNvPr id="16" name="Text Placeholder 3">
            <a:extLst>
              <a:ext uri="{FF2B5EF4-FFF2-40B4-BE49-F238E27FC236}">
                <a16:creationId xmlns:a16="http://schemas.microsoft.com/office/drawing/2014/main" id="{DC791B3C-A4CC-829D-7E8A-F146D4A4DAEB}"/>
              </a:ext>
            </a:extLst>
          </p:cNvPr>
          <p:cNvSpPr>
            <a:spLocks noGrp="1"/>
          </p:cNvSpPr>
          <p:nvPr>
            <p:ph type="body" sz="quarter" idx="34" hasCustomPrompt="1"/>
          </p:nvPr>
        </p:nvSpPr>
        <p:spPr>
          <a:xfrm>
            <a:off x="9393634" y="1955901"/>
            <a:ext cx="2355454" cy="563167"/>
          </a:xfrm>
        </p:spPr>
        <p:txBody>
          <a:bodyPr>
            <a:spAutoFit/>
          </a:bodyPr>
          <a:lstStyle>
            <a:lvl1pPr marL="268288" indent="-268288">
              <a:lnSpc>
                <a:spcPct val="102000"/>
              </a:lnSpc>
              <a:spcBef>
                <a:spcPts val="600"/>
              </a:spcBef>
              <a:buFont typeface="+mj-lt"/>
              <a:buAutoNum type="arabicPeriod" startAt="3"/>
              <a:defRPr sz="1600" b="1"/>
            </a:lvl1pPr>
            <a:lvl2pPr marL="268288" indent="-268288">
              <a:lnSpc>
                <a:spcPct val="102000"/>
              </a:lnSpc>
              <a:spcBef>
                <a:spcPts val="600"/>
              </a:spcBef>
              <a:buFont typeface="+mj-lt"/>
              <a:buAutoNum type="romanUcPeriod"/>
              <a:defRPr sz="1600" b="0"/>
            </a:lvl2pPr>
            <a:lvl3pPr>
              <a:lnSpc>
                <a:spcPct val="102000"/>
              </a:lnSpc>
              <a:spcBef>
                <a:spcPts val="600"/>
              </a:spcBef>
              <a:defRPr sz="1600"/>
            </a:lvl3pPr>
            <a:lvl4pPr>
              <a:lnSpc>
                <a:spcPct val="102000"/>
              </a:lnSpc>
              <a:spcBef>
                <a:spcPts val="600"/>
              </a:spcBef>
              <a:defRPr sz="1600"/>
            </a:lvl4pPr>
            <a:lvl5pPr>
              <a:lnSpc>
                <a:spcPct val="102000"/>
              </a:lnSpc>
              <a:spcBef>
                <a:spcPts val="600"/>
              </a:spcBef>
              <a:defRPr sz="1600"/>
            </a:lvl5pPr>
          </a:lstStyle>
          <a:p>
            <a:pPr lvl="0"/>
            <a:r>
              <a:rPr lang="en-US"/>
              <a:t>Topic </a:t>
            </a:r>
            <a:r>
              <a:rPr lang="en-US" err="1"/>
              <a:t>Dolorem</a:t>
            </a:r>
            <a:r>
              <a:rPr lang="en-US"/>
              <a:t> </a:t>
            </a:r>
            <a:r>
              <a:rPr lang="en-US" err="1"/>
              <a:t>uptat</a:t>
            </a:r>
            <a:endParaRPr lang="en-US"/>
          </a:p>
          <a:p>
            <a:pPr lvl="1"/>
            <a:r>
              <a:rPr lang="en-US"/>
              <a:t>Second level</a:t>
            </a:r>
          </a:p>
        </p:txBody>
      </p:sp>
      <p:sp>
        <p:nvSpPr>
          <p:cNvPr id="17" name="Text Placeholder 3">
            <a:extLst>
              <a:ext uri="{FF2B5EF4-FFF2-40B4-BE49-F238E27FC236}">
                <a16:creationId xmlns:a16="http://schemas.microsoft.com/office/drawing/2014/main" id="{46C0648A-57B5-379F-B511-DEC36D773527}"/>
              </a:ext>
            </a:extLst>
          </p:cNvPr>
          <p:cNvSpPr>
            <a:spLocks noGrp="1"/>
          </p:cNvSpPr>
          <p:nvPr>
            <p:ph type="body" sz="quarter" idx="35" hasCustomPrompt="1"/>
          </p:nvPr>
        </p:nvSpPr>
        <p:spPr>
          <a:xfrm>
            <a:off x="2798364" y="3643198"/>
            <a:ext cx="2355454" cy="563167"/>
          </a:xfrm>
        </p:spPr>
        <p:txBody>
          <a:bodyPr>
            <a:spAutoFit/>
          </a:bodyPr>
          <a:lstStyle>
            <a:lvl1pPr marL="268288" indent="-268288">
              <a:lnSpc>
                <a:spcPct val="102000"/>
              </a:lnSpc>
              <a:spcBef>
                <a:spcPts val="600"/>
              </a:spcBef>
              <a:buFont typeface="+mj-lt"/>
              <a:buAutoNum type="arabicPeriod" startAt="4"/>
              <a:defRPr sz="1600" b="1"/>
            </a:lvl1pPr>
            <a:lvl2pPr marL="268288" indent="-268288">
              <a:lnSpc>
                <a:spcPct val="102000"/>
              </a:lnSpc>
              <a:spcBef>
                <a:spcPts val="600"/>
              </a:spcBef>
              <a:buFont typeface="+mj-lt"/>
              <a:buAutoNum type="romanUcPeriod"/>
              <a:defRPr sz="1600" b="0"/>
            </a:lvl2pPr>
            <a:lvl3pPr>
              <a:lnSpc>
                <a:spcPct val="102000"/>
              </a:lnSpc>
              <a:spcBef>
                <a:spcPts val="600"/>
              </a:spcBef>
              <a:defRPr sz="1600"/>
            </a:lvl3pPr>
            <a:lvl4pPr>
              <a:lnSpc>
                <a:spcPct val="102000"/>
              </a:lnSpc>
              <a:spcBef>
                <a:spcPts val="600"/>
              </a:spcBef>
              <a:defRPr sz="1600"/>
            </a:lvl4pPr>
            <a:lvl5pPr>
              <a:lnSpc>
                <a:spcPct val="102000"/>
              </a:lnSpc>
              <a:spcBef>
                <a:spcPts val="600"/>
              </a:spcBef>
              <a:defRPr sz="1600"/>
            </a:lvl5pPr>
          </a:lstStyle>
          <a:p>
            <a:pPr lvl="0"/>
            <a:r>
              <a:rPr lang="en-US"/>
              <a:t>Topic </a:t>
            </a:r>
            <a:r>
              <a:rPr lang="en-US" err="1"/>
              <a:t>Dolorem</a:t>
            </a:r>
            <a:r>
              <a:rPr lang="en-US"/>
              <a:t> </a:t>
            </a:r>
            <a:r>
              <a:rPr lang="en-US" err="1"/>
              <a:t>uptat</a:t>
            </a:r>
            <a:endParaRPr lang="en-US"/>
          </a:p>
          <a:p>
            <a:pPr lvl="1"/>
            <a:r>
              <a:rPr lang="en-US"/>
              <a:t>Second level</a:t>
            </a:r>
          </a:p>
        </p:txBody>
      </p:sp>
      <p:sp>
        <p:nvSpPr>
          <p:cNvPr id="19" name="Text Placeholder 3">
            <a:extLst>
              <a:ext uri="{FF2B5EF4-FFF2-40B4-BE49-F238E27FC236}">
                <a16:creationId xmlns:a16="http://schemas.microsoft.com/office/drawing/2014/main" id="{92F26D37-3CD1-D55A-2FB8-55AF268376AB}"/>
              </a:ext>
            </a:extLst>
          </p:cNvPr>
          <p:cNvSpPr>
            <a:spLocks noGrp="1"/>
          </p:cNvSpPr>
          <p:nvPr>
            <p:ph type="body" sz="quarter" idx="36" hasCustomPrompt="1"/>
          </p:nvPr>
        </p:nvSpPr>
        <p:spPr>
          <a:xfrm>
            <a:off x="6096000" y="3643198"/>
            <a:ext cx="2355454" cy="563167"/>
          </a:xfrm>
        </p:spPr>
        <p:txBody>
          <a:bodyPr>
            <a:spAutoFit/>
          </a:bodyPr>
          <a:lstStyle>
            <a:lvl1pPr marL="268288" indent="-268288">
              <a:lnSpc>
                <a:spcPct val="102000"/>
              </a:lnSpc>
              <a:spcBef>
                <a:spcPts val="600"/>
              </a:spcBef>
              <a:buFont typeface="+mj-lt"/>
              <a:buAutoNum type="arabicPeriod" startAt="5"/>
              <a:defRPr sz="1600" b="1"/>
            </a:lvl1pPr>
            <a:lvl2pPr marL="268288" indent="-268288">
              <a:lnSpc>
                <a:spcPct val="102000"/>
              </a:lnSpc>
              <a:spcBef>
                <a:spcPts val="600"/>
              </a:spcBef>
              <a:buFont typeface="+mj-lt"/>
              <a:buAutoNum type="romanUcPeriod"/>
              <a:defRPr sz="1600" b="0"/>
            </a:lvl2pPr>
            <a:lvl3pPr>
              <a:lnSpc>
                <a:spcPct val="102000"/>
              </a:lnSpc>
              <a:spcBef>
                <a:spcPts val="600"/>
              </a:spcBef>
              <a:defRPr sz="1600"/>
            </a:lvl3pPr>
            <a:lvl4pPr>
              <a:lnSpc>
                <a:spcPct val="102000"/>
              </a:lnSpc>
              <a:spcBef>
                <a:spcPts val="600"/>
              </a:spcBef>
              <a:defRPr sz="1600"/>
            </a:lvl4pPr>
            <a:lvl5pPr>
              <a:lnSpc>
                <a:spcPct val="102000"/>
              </a:lnSpc>
              <a:spcBef>
                <a:spcPts val="600"/>
              </a:spcBef>
              <a:defRPr sz="1600"/>
            </a:lvl5pPr>
          </a:lstStyle>
          <a:p>
            <a:pPr lvl="0"/>
            <a:r>
              <a:rPr lang="en-US"/>
              <a:t>Topic </a:t>
            </a:r>
            <a:r>
              <a:rPr lang="en-US" err="1"/>
              <a:t>Dolorem</a:t>
            </a:r>
            <a:r>
              <a:rPr lang="en-US"/>
              <a:t> </a:t>
            </a:r>
            <a:r>
              <a:rPr lang="en-US" err="1"/>
              <a:t>uptat</a:t>
            </a:r>
            <a:endParaRPr lang="en-US"/>
          </a:p>
          <a:p>
            <a:pPr lvl="1"/>
            <a:r>
              <a:rPr lang="en-US"/>
              <a:t>Second level</a:t>
            </a:r>
          </a:p>
        </p:txBody>
      </p:sp>
      <p:sp>
        <p:nvSpPr>
          <p:cNvPr id="20" name="Text Placeholder 3">
            <a:extLst>
              <a:ext uri="{FF2B5EF4-FFF2-40B4-BE49-F238E27FC236}">
                <a16:creationId xmlns:a16="http://schemas.microsoft.com/office/drawing/2014/main" id="{F6FBAA9B-3622-6476-A804-B60844EA0029}"/>
              </a:ext>
            </a:extLst>
          </p:cNvPr>
          <p:cNvSpPr>
            <a:spLocks noGrp="1"/>
          </p:cNvSpPr>
          <p:nvPr>
            <p:ph type="body" sz="quarter" idx="37" hasCustomPrompt="1"/>
          </p:nvPr>
        </p:nvSpPr>
        <p:spPr>
          <a:xfrm>
            <a:off x="9393635" y="3643198"/>
            <a:ext cx="2355454" cy="563167"/>
          </a:xfrm>
        </p:spPr>
        <p:txBody>
          <a:bodyPr>
            <a:spAutoFit/>
          </a:bodyPr>
          <a:lstStyle>
            <a:lvl1pPr marL="268288" indent="-268288">
              <a:lnSpc>
                <a:spcPct val="102000"/>
              </a:lnSpc>
              <a:spcBef>
                <a:spcPts val="600"/>
              </a:spcBef>
              <a:buFont typeface="+mj-lt"/>
              <a:buAutoNum type="arabicPeriod" startAt="6"/>
              <a:defRPr sz="1600" b="1"/>
            </a:lvl1pPr>
            <a:lvl2pPr marL="268288" indent="-268288">
              <a:lnSpc>
                <a:spcPct val="102000"/>
              </a:lnSpc>
              <a:spcBef>
                <a:spcPts val="600"/>
              </a:spcBef>
              <a:buFont typeface="+mj-lt"/>
              <a:buAutoNum type="romanUcPeriod"/>
              <a:defRPr sz="1600" b="0"/>
            </a:lvl2pPr>
            <a:lvl3pPr>
              <a:lnSpc>
                <a:spcPct val="102000"/>
              </a:lnSpc>
              <a:spcBef>
                <a:spcPts val="600"/>
              </a:spcBef>
              <a:defRPr sz="1600"/>
            </a:lvl3pPr>
            <a:lvl4pPr>
              <a:lnSpc>
                <a:spcPct val="102000"/>
              </a:lnSpc>
              <a:spcBef>
                <a:spcPts val="600"/>
              </a:spcBef>
              <a:defRPr sz="1600"/>
            </a:lvl4pPr>
            <a:lvl5pPr>
              <a:lnSpc>
                <a:spcPct val="102000"/>
              </a:lnSpc>
              <a:spcBef>
                <a:spcPts val="600"/>
              </a:spcBef>
              <a:defRPr sz="1600"/>
            </a:lvl5pPr>
          </a:lstStyle>
          <a:p>
            <a:pPr lvl="0"/>
            <a:r>
              <a:rPr lang="en-US"/>
              <a:t>Topic </a:t>
            </a:r>
            <a:r>
              <a:rPr lang="en-US" err="1"/>
              <a:t>Dolorem</a:t>
            </a:r>
            <a:r>
              <a:rPr lang="en-US"/>
              <a:t> </a:t>
            </a:r>
            <a:r>
              <a:rPr lang="en-US" err="1"/>
              <a:t>uptat</a:t>
            </a:r>
            <a:endParaRPr lang="en-US"/>
          </a:p>
          <a:p>
            <a:pPr lvl="1"/>
            <a:r>
              <a:rPr lang="en-US"/>
              <a:t>Second level</a:t>
            </a:r>
          </a:p>
        </p:txBody>
      </p:sp>
      <p:sp>
        <p:nvSpPr>
          <p:cNvPr id="5" name="Slide Number Placeholder 4">
            <a:extLst>
              <a:ext uri="{FF2B5EF4-FFF2-40B4-BE49-F238E27FC236}">
                <a16:creationId xmlns:a16="http://schemas.microsoft.com/office/drawing/2014/main" id="{87C54B76-DF98-FB0D-4617-5443497B8458}"/>
              </a:ext>
            </a:extLst>
          </p:cNvPr>
          <p:cNvSpPr>
            <a:spLocks noGrp="1"/>
          </p:cNvSpPr>
          <p:nvPr>
            <p:ph type="sldNum" sz="quarter" idx="38"/>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505585542"/>
      </p:ext>
    </p:extLst>
  </p:cSld>
  <p:clrMapOvr>
    <a:masterClrMapping/>
  </p:clrMapOvr>
  <p:extLst>
    <p:ext uri="{DCECCB84-F9BA-43D5-87BE-67443E8EF086}">
      <p15:sldGuideLst xmlns:p15="http://schemas.microsoft.com/office/powerpoint/2012/main">
        <p15:guide id="1" orient="horz" pos="1232">
          <p15:clr>
            <a:srgbClr val="FBAE40"/>
          </p15:clr>
        </p15:guide>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orient="horz" pos="3027">
          <p15:clr>
            <a:srgbClr val="FBAE40"/>
          </p15:clr>
        </p15:guide>
        <p15:guide id="9" orient="horz" pos="3942">
          <p15:clr>
            <a:srgbClr val="FBAE40"/>
          </p15:clr>
        </p15:guide>
        <p15:guide id="10" orient="horz" pos="9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Divi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1388497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8" name="Picture Placeholder 59">
            <a:extLst>
              <a:ext uri="{FF2B5EF4-FFF2-40B4-BE49-F238E27FC236}">
                <a16:creationId xmlns:a16="http://schemas.microsoft.com/office/drawing/2014/main" id="{878AE4F8-463C-070D-568E-01A4A9B31275}"/>
              </a:ext>
            </a:extLst>
          </p:cNvPr>
          <p:cNvSpPr>
            <a:spLocks noGrp="1"/>
          </p:cNvSpPr>
          <p:nvPr>
            <p:ph type="pic" sz="quarter" idx="19" hasCustomPrompt="1"/>
          </p:nvPr>
        </p:nvSpPr>
        <p:spPr>
          <a:xfrm>
            <a:off x="0" y="0"/>
            <a:ext cx="6096000" cy="6858000"/>
          </a:xfrm>
          <a:solidFill>
            <a:srgbClr val="E5E5E5"/>
          </a:solidFill>
        </p:spPr>
        <p:txBody>
          <a:bodyPr anchor="ctr">
            <a:noAutofit/>
          </a:bodyPr>
          <a:lstStyle>
            <a:lvl1pPr algn="ctr" rtl="0">
              <a:defRPr sz="3000">
                <a:solidFill>
                  <a:schemeClr val="bg1">
                    <a:lumMod val="75000"/>
                  </a:schemeClr>
                </a:solidFill>
              </a:defRPr>
            </a:lvl1pPr>
          </a:lstStyle>
          <a:p>
            <a:r>
              <a:rPr lang="en-GB"/>
              <a:t>Insert image here</a:t>
            </a:r>
          </a:p>
        </p:txBody>
      </p:sp>
      <p:sp>
        <p:nvSpPr>
          <p:cNvPr id="2" name="Title 1">
            <a:extLst>
              <a:ext uri="{FF2B5EF4-FFF2-40B4-BE49-F238E27FC236}">
                <a16:creationId xmlns:a16="http://schemas.microsoft.com/office/drawing/2014/main" id="{B0D1B0C9-0CCD-6B1A-F332-FAD5B18A21BE}"/>
              </a:ext>
            </a:extLst>
          </p:cNvPr>
          <p:cNvSpPr>
            <a:spLocks noGrp="1"/>
          </p:cNvSpPr>
          <p:nvPr>
            <p:ph type="title" hasCustomPrompt="1"/>
          </p:nvPr>
        </p:nvSpPr>
        <p:spPr>
          <a:xfrm>
            <a:off x="6564000" y="411882"/>
            <a:ext cx="5185088" cy="366254"/>
          </a:xfrm>
        </p:spPr>
        <p:txBody>
          <a:bodyPr vert="horz"/>
          <a:lstStyle>
            <a:lvl1pPr rtl="0">
              <a:lnSpc>
                <a:spcPct val="85000"/>
              </a:lnSpc>
              <a:defRPr/>
            </a:lvl1pPr>
          </a:lstStyle>
          <a:p>
            <a:r>
              <a:rPr lang="en-GB"/>
              <a:t>Chapter title</a:t>
            </a:r>
          </a:p>
        </p:txBody>
      </p:sp>
      <p:sp>
        <p:nvSpPr>
          <p:cNvPr id="35" name="Text Placeholder 34">
            <a:extLst>
              <a:ext uri="{FF2B5EF4-FFF2-40B4-BE49-F238E27FC236}">
                <a16:creationId xmlns:a16="http://schemas.microsoft.com/office/drawing/2014/main" id="{B90A3582-EC55-9F92-A194-5BBC144D6EE4}"/>
              </a:ext>
            </a:extLst>
          </p:cNvPr>
          <p:cNvSpPr>
            <a:spLocks noGrp="1"/>
          </p:cNvSpPr>
          <p:nvPr>
            <p:ph type="body" sz="quarter" idx="21"/>
          </p:nvPr>
        </p:nvSpPr>
        <p:spPr>
          <a:xfrm>
            <a:off x="6564001" y="1847851"/>
            <a:ext cx="5185089" cy="1190006"/>
          </a:xfrm>
        </p:spPr>
        <p:txBody>
          <a:bodyPr/>
          <a:lstStyle>
            <a:lvl1pPr marL="270000" indent="-270000" rtl="0">
              <a:spcBef>
                <a:spcPts val="700"/>
              </a:spcBef>
              <a:buFont typeface="Arial" panose="020B0604020202020204" pitchFamily="34" charset="0"/>
              <a:buChar char="→"/>
              <a:defRPr/>
            </a:lvl1pPr>
            <a:lvl2pPr marL="270000" rtl="0">
              <a:spcBef>
                <a:spcPts val="0"/>
              </a:spcBef>
              <a:defRPr b="0"/>
            </a:lvl2pPr>
            <a:lvl3pPr marL="378000" indent="-108000" rtl="0">
              <a:buFont typeface="Arial" panose="020B0604020202020204" pitchFamily="34" charset="0"/>
              <a:buChar char="•"/>
              <a:defRPr/>
            </a:lvl3pPr>
            <a:lvl4pPr marL="522000" indent="-144000" rtl="0">
              <a:buFont typeface="Arial" panose="020B0604020202020204" pitchFamily="34" charset="0"/>
              <a:buChar char="–"/>
              <a:defRPr/>
            </a:lvl4pPr>
            <a:lvl5pPr marL="630000" indent="-108000">
              <a:defRPr/>
            </a:lvl5pPr>
            <a:lvl6pPr marL="774000">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6" name="Text Placeholder 34">
            <a:extLst>
              <a:ext uri="{FF2B5EF4-FFF2-40B4-BE49-F238E27FC236}">
                <a16:creationId xmlns:a16="http://schemas.microsoft.com/office/drawing/2014/main" id="{6F465A4A-9D2E-77C5-D45D-A69B82B7E675}"/>
              </a:ext>
            </a:extLst>
          </p:cNvPr>
          <p:cNvSpPr>
            <a:spLocks noGrp="1"/>
          </p:cNvSpPr>
          <p:nvPr>
            <p:ph type="body" sz="quarter" idx="22" hasCustomPrompt="1"/>
          </p:nvPr>
        </p:nvSpPr>
        <p:spPr>
          <a:xfrm>
            <a:off x="8349109" y="3309487"/>
            <a:ext cx="3565079" cy="3847207"/>
          </a:xfrm>
        </p:spPr>
        <p:txBody>
          <a:bodyPr wrap="none"/>
          <a:lstStyle>
            <a:lvl1pPr marL="0" indent="0" algn="r" rtl="0">
              <a:lnSpc>
                <a:spcPct val="100000"/>
              </a:lnSpc>
              <a:spcBef>
                <a:spcPts val="700"/>
              </a:spcBef>
              <a:buFont typeface="Arial" panose="020B0604020202020204" pitchFamily="34" charset="0"/>
              <a:buNone/>
              <a:defRPr sz="25000">
                <a:solidFill>
                  <a:schemeClr val="tx1"/>
                </a:solidFill>
              </a:defRPr>
            </a:lvl1pPr>
            <a:lvl2pPr marL="216000" indent="0">
              <a:spcBef>
                <a:spcPts val="0"/>
              </a:spcBef>
              <a:buFont typeface="Arial" panose="020B0604020202020204" pitchFamily="34" charset="0"/>
              <a:buNone/>
              <a:defRPr b="0"/>
            </a:lvl2pPr>
            <a:lvl3pPr marL="216000" indent="0">
              <a:buFont typeface="Wingdings 2" panose="05020102010507070707" pitchFamily="18" charset="2"/>
              <a:buNone/>
              <a:defRPr/>
            </a:lvl3pPr>
            <a:lvl4pPr marL="324000" indent="0">
              <a:buFont typeface="Arial" panose="020B0604020202020204" pitchFamily="34" charset="0"/>
              <a:buNone/>
              <a:defRPr/>
            </a:lvl4pPr>
          </a:lstStyle>
          <a:p>
            <a:pPr lvl="0"/>
            <a:r>
              <a:rPr lang="en-GB"/>
              <a:t>00</a:t>
            </a:r>
          </a:p>
        </p:txBody>
      </p:sp>
      <p:sp>
        <p:nvSpPr>
          <p:cNvPr id="3" name="Media Placeholder 55">
            <a:extLst>
              <a:ext uri="{FF2B5EF4-FFF2-40B4-BE49-F238E27FC236}">
                <a16:creationId xmlns:a16="http://schemas.microsoft.com/office/drawing/2014/main" id="{70AFFBFB-FEF5-A7B6-E1C1-927BCF2AAC53}"/>
              </a:ext>
            </a:extLst>
          </p:cNvPr>
          <p:cNvSpPr>
            <a:spLocks noGrp="1" noChangeAspect="1"/>
          </p:cNvSpPr>
          <p:nvPr>
            <p:ph type="media" sz="quarter" idx="20" hasCustomPrompt="1"/>
          </p:nvPr>
        </p:nvSpPr>
        <p:spPr>
          <a:xfrm>
            <a:off x="442913" y="6260677"/>
            <a:ext cx="932104" cy="141170"/>
          </a:xfrm>
          <a:blipFill>
            <a:blip r:embed="rId5">
              <a:extLst>
                <a:ext uri="{96DAC541-7B7A-43D3-8B79-37D633B846F1}">
                  <asvg:svgBlip xmlns:asvg="http://schemas.microsoft.com/office/drawing/2016/SVG/main" r:embed="rId6"/>
                </a:ext>
              </a:extLst>
            </a:blip>
            <a:stretch>
              <a:fillRect/>
            </a:stretch>
          </a:blipFill>
        </p:spPr>
        <p:txBody>
          <a:bodyPr>
            <a:noAutofit/>
          </a:bodyPr>
          <a:lstStyle>
            <a:lvl1pPr rtl="0">
              <a:defRPr/>
            </a:lvl1pPr>
          </a:lstStyle>
          <a:p>
            <a:r>
              <a:rPr lang="en-GB"/>
              <a:t> </a:t>
            </a:r>
          </a:p>
        </p:txBody>
      </p:sp>
    </p:spTree>
    <p:extLst>
      <p:ext uri="{BB962C8B-B14F-4D97-AF65-F5344CB8AC3E}">
        <p14:creationId xmlns:p14="http://schemas.microsoft.com/office/powerpoint/2010/main" val="4068839628"/>
      </p:ext>
    </p:extLst>
  </p:cSld>
  <p:clrMapOvr>
    <a:masterClrMapping/>
  </p:clrMapOvr>
  <p:extLst>
    <p:ext uri="{DCECCB84-F9BA-43D5-87BE-67443E8EF086}">
      <p15:sldGuideLst xmlns:p15="http://schemas.microsoft.com/office/powerpoint/2012/main">
        <p15:guide id="1" orient="horz" pos="1162">
          <p15:clr>
            <a:srgbClr val="FBAE40"/>
          </p15:clr>
        </p15:guide>
        <p15:guide id="2" orient="horz" pos="258">
          <p15:clr>
            <a:srgbClr val="FBAE40"/>
          </p15:clr>
        </p15:guide>
        <p15:guide id="3" orient="horz" pos="3861">
          <p15:clr>
            <a:srgbClr val="FBAE40"/>
          </p15:clr>
        </p15:guide>
        <p15:guide id="4" pos="279">
          <p15:clr>
            <a:srgbClr val="FBAE40"/>
          </p15:clr>
        </p15:guide>
        <p15:guide id="5" pos="7401">
          <p15:clr>
            <a:srgbClr val="FBAE40"/>
          </p15:clr>
        </p15:guide>
        <p15:guide id="6" pos="3840">
          <p15:clr>
            <a:srgbClr val="FBAE40"/>
          </p15:clr>
        </p15:guide>
        <p15:guide id="7" pos="4135">
          <p15:clr>
            <a:srgbClr val="FBAE40"/>
          </p15:clr>
        </p15:guide>
        <p15:guide id="8" orient="horz" pos="394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I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0C233979-EA67-F8B0-A639-33E055461954}"/>
              </a:ext>
            </a:extLst>
          </p:cNvPr>
          <p:cNvGraphicFramePr>
            <a:graphicFrameLocks noChangeAspect="1"/>
          </p:cNvGraphicFramePr>
          <p:nvPr userDrawn="1">
            <p:custDataLst>
              <p:tags r:id="rId1"/>
            </p:custDataLst>
            <p:extLst>
              <p:ext uri="{D42A27DB-BD31-4B8C-83A1-F6EECF244321}">
                <p14:modId xmlns:p14="http://schemas.microsoft.com/office/powerpoint/2010/main" val="3237033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10" name="think-cell data - do not delete" hidden="1">
                        <a:extLst>
                          <a:ext uri="{FF2B5EF4-FFF2-40B4-BE49-F238E27FC236}">
                            <a16:creationId xmlns:a16="http://schemas.microsoft.com/office/drawing/2014/main" id="{0C233979-EA67-F8B0-A639-33E05546195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22C6C7-2CDF-C32A-91D7-90E732299AFB}"/>
              </a:ext>
            </a:extLst>
          </p:cNvPr>
          <p:cNvSpPr>
            <a:spLocks noGrp="1"/>
          </p:cNvSpPr>
          <p:nvPr>
            <p:ph type="title"/>
          </p:nvPr>
        </p:nvSpPr>
        <p:spPr/>
        <p:txBody>
          <a:bodyPr vert="horz"/>
          <a:lstStyle/>
          <a:p>
            <a:r>
              <a:rPr lang="en-GB"/>
              <a:t>Click to edit Master title style</a:t>
            </a:r>
          </a:p>
        </p:txBody>
      </p:sp>
      <p:sp>
        <p:nvSpPr>
          <p:cNvPr id="8" name="Content Placeholder 7">
            <a:extLst>
              <a:ext uri="{FF2B5EF4-FFF2-40B4-BE49-F238E27FC236}">
                <a16:creationId xmlns:a16="http://schemas.microsoft.com/office/drawing/2014/main" id="{21C634D1-564F-B775-04E1-8534166483C2}"/>
              </a:ext>
            </a:extLst>
          </p:cNvPr>
          <p:cNvSpPr>
            <a:spLocks noGrp="1"/>
          </p:cNvSpPr>
          <p:nvPr>
            <p:ph sz="quarter" idx="15"/>
          </p:nvPr>
        </p:nvSpPr>
        <p:spPr>
          <a:xfrm>
            <a:off x="442913" y="1847851"/>
            <a:ext cx="11306175" cy="4281487"/>
          </a:xfrm>
        </p:spPr>
        <p:txBody>
          <a:bodyPr>
            <a:noAutofit/>
          </a:bodyPr>
          <a:lstStyle>
            <a:lvl1pPr marL="270000" indent="-270000">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indent="-108000">
              <a:buFont typeface="Arial" panose="020B0604020202020204" pitchFamily="34" charset="0"/>
              <a:buChar cha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11" name="Text Placeholder 13">
            <a:extLst>
              <a:ext uri="{FF2B5EF4-FFF2-40B4-BE49-F238E27FC236}">
                <a16:creationId xmlns:a16="http://schemas.microsoft.com/office/drawing/2014/main" id="{550B1A83-BEBF-870D-252E-3FDD3236E78F}"/>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3" name="Slide Number Placeholder 2">
            <a:extLst>
              <a:ext uri="{FF2B5EF4-FFF2-40B4-BE49-F238E27FC236}">
                <a16:creationId xmlns:a16="http://schemas.microsoft.com/office/drawing/2014/main" id="{86055384-654C-EFE2-017C-D6AA4C3ABE72}"/>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255958823"/>
      </p:ext>
    </p:extLst>
  </p:cSld>
  <p:clrMapOvr>
    <a:masterClrMapping/>
  </p:clrMapOvr>
  <p:extLst>
    <p:ext uri="{DCECCB84-F9BA-43D5-87BE-67443E8EF086}">
      <p15:sldGuideLst xmlns:p15="http://schemas.microsoft.com/office/powerpoint/2012/main">
        <p15:guide id="1" orient="horz" pos="1162">
          <p15:clr>
            <a:srgbClr val="FBAE40"/>
          </p15:clr>
        </p15:guide>
        <p15:guide id="2" pos="279">
          <p15:clr>
            <a:srgbClr val="FBAE40"/>
          </p15:clr>
        </p15:guide>
        <p15:guide id="3" pos="7401">
          <p15:clr>
            <a:srgbClr val="FBAE40"/>
          </p15:clr>
        </p15:guide>
        <p15:guide id="4" orient="horz" pos="3861">
          <p15:clr>
            <a:srgbClr val="FBAE40"/>
          </p15:clr>
        </p15:guide>
        <p15:guide id="5" orient="horz" pos="489">
          <p15:clr>
            <a:srgbClr val="FBAE40"/>
          </p15:clr>
        </p15:guide>
        <p15:guide id="6" orient="horz" pos="273">
          <p15:clr>
            <a:srgbClr val="FBAE40"/>
          </p15:clr>
        </p15:guide>
        <p15:guide id="7" orient="horz" pos="357">
          <p15:clr>
            <a:srgbClr val="FBAE40"/>
          </p15:clr>
        </p15:guide>
        <p15:guide id="8" orient="horz" pos="394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 Bullets | 2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14901107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a:xfrm>
            <a:off x="442913" y="778567"/>
            <a:ext cx="11306175" cy="387798"/>
          </a:xfrm>
        </p:spPr>
        <p:txBody>
          <a:bodyPr vert="horz"/>
          <a:lstStyle>
            <a:lvl1pPr rtl="0">
              <a:defRPr/>
            </a:lvl1pPr>
          </a:lstStyle>
          <a:p>
            <a:r>
              <a:rPr lang="en-GB"/>
              <a:t>Click to edit Master title style</a:t>
            </a:r>
          </a:p>
        </p:txBody>
      </p:sp>
      <p:sp>
        <p:nvSpPr>
          <p:cNvPr id="6" name="Text Placeholder 5">
            <a:extLst>
              <a:ext uri="{FF2B5EF4-FFF2-40B4-BE49-F238E27FC236}">
                <a16:creationId xmlns:a16="http://schemas.microsoft.com/office/drawing/2014/main" id="{8D53493D-B0D9-51A9-DBE9-F51009BD6156}"/>
              </a:ext>
            </a:extLst>
          </p:cNvPr>
          <p:cNvSpPr>
            <a:spLocks noGrp="1"/>
          </p:cNvSpPr>
          <p:nvPr>
            <p:ph type="body" sz="quarter" idx="14" hasCustomPrompt="1"/>
          </p:nvPr>
        </p:nvSpPr>
        <p:spPr>
          <a:xfrm>
            <a:off x="442913" y="1847851"/>
            <a:ext cx="2826543" cy="1292598"/>
          </a:xfrm>
        </p:spPr>
        <p:txBody>
          <a:bodyPr/>
          <a:lstStyle>
            <a:lvl1pPr marL="269875" indent="-269875">
              <a:spcBef>
                <a:spcPts val="700"/>
              </a:spcBef>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indent="-108000">
              <a:defRPr/>
            </a:lvl5pPr>
          </a:lstStyle>
          <a:p>
            <a:pPr lvl="0"/>
            <a:r>
              <a:rPr lang="en-US" err="1"/>
              <a:t>Bulletpoint</a:t>
            </a:r>
            <a:endParaRPr lang="en-US"/>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7" name="Text Placeholder 5">
            <a:extLst>
              <a:ext uri="{FF2B5EF4-FFF2-40B4-BE49-F238E27FC236}">
                <a16:creationId xmlns:a16="http://schemas.microsoft.com/office/drawing/2014/main" id="{52B127CF-A853-7EEE-BEC4-8450201D8C0E}"/>
              </a:ext>
            </a:extLst>
          </p:cNvPr>
          <p:cNvSpPr>
            <a:spLocks noGrp="1"/>
          </p:cNvSpPr>
          <p:nvPr>
            <p:ph type="body" sz="quarter" idx="15" hasCustomPrompt="1"/>
          </p:nvPr>
        </p:nvSpPr>
        <p:spPr>
          <a:xfrm>
            <a:off x="3740547" y="1847851"/>
            <a:ext cx="3768726" cy="956096"/>
          </a:xfrm>
        </p:spPr>
        <p:txBody>
          <a:bodyPr/>
          <a:lstStyle>
            <a:lvl1pPr marL="0" indent="0">
              <a:lnSpc>
                <a:spcPct val="105000"/>
              </a:lnSpc>
              <a:spcBef>
                <a:spcPts val="1000"/>
              </a:spcBef>
              <a:buFont typeface="Arial" panose="020B0604020202020204" pitchFamily="34" charset="0"/>
              <a:buNone/>
              <a:defRPr sz="1200">
                <a:solidFill>
                  <a:schemeClr val="tx1"/>
                </a:solidFill>
              </a:defRPr>
            </a:lvl1pPr>
            <a:lvl2pPr marL="108000" indent="-108000">
              <a:lnSpc>
                <a:spcPct val="105000"/>
              </a:lnSpc>
              <a:spcBef>
                <a:spcPts val="0"/>
              </a:spcBef>
              <a:buFont typeface="Arial" panose="020B0604020202020204" pitchFamily="34" charset="0"/>
              <a:buChar char="•"/>
              <a:defRPr sz="1200" b="0">
                <a:solidFill>
                  <a:schemeClr val="tx1"/>
                </a:solidFill>
              </a:defRPr>
            </a:lvl2pPr>
            <a:lvl3pPr marL="252000" indent="-144000">
              <a:lnSpc>
                <a:spcPct val="105000"/>
              </a:lnSpc>
              <a:spcBef>
                <a:spcPts val="0"/>
              </a:spcBef>
              <a:buFont typeface="Arial" panose="020B0604020202020204" pitchFamily="34" charset="0"/>
              <a:buChar char="–"/>
              <a:defRPr sz="1200">
                <a:solidFill>
                  <a:schemeClr val="tx1"/>
                </a:solidFill>
              </a:defRPr>
            </a:lvl3pPr>
            <a:lvl4pPr marL="360000" indent="-108000">
              <a:lnSpc>
                <a:spcPct val="105000"/>
              </a:lnSpc>
              <a:spcBef>
                <a:spcPts val="0"/>
              </a:spcBef>
              <a:buFont typeface="Arial" panose="020B0604020202020204" pitchFamily="34" charset="0"/>
              <a:buChar char="•"/>
              <a:defRPr sz="1200">
                <a:solidFill>
                  <a:schemeClr val="tx1"/>
                </a:solidFill>
              </a:defRPr>
            </a:lvl4pPr>
            <a:lvl5pPr marL="504000" indent="-144000">
              <a:lnSpc>
                <a:spcPct val="105000"/>
              </a:lnSpc>
              <a:spcBef>
                <a:spcPts val="0"/>
              </a:spcBef>
              <a:buFont typeface="Arial" panose="020B0604020202020204" pitchFamily="34" charset="0"/>
              <a:buChar char="–"/>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9" name="Text Placeholder 5">
            <a:extLst>
              <a:ext uri="{FF2B5EF4-FFF2-40B4-BE49-F238E27FC236}">
                <a16:creationId xmlns:a16="http://schemas.microsoft.com/office/drawing/2014/main" id="{47F66FB3-1BA7-FA35-8471-B12D6E806B04}"/>
              </a:ext>
            </a:extLst>
          </p:cNvPr>
          <p:cNvSpPr>
            <a:spLocks noGrp="1"/>
          </p:cNvSpPr>
          <p:nvPr>
            <p:ph type="body" sz="quarter" idx="16" hasCustomPrompt="1"/>
          </p:nvPr>
        </p:nvSpPr>
        <p:spPr>
          <a:xfrm>
            <a:off x="7980361" y="1847851"/>
            <a:ext cx="3768726" cy="956096"/>
          </a:xfrm>
        </p:spPr>
        <p:txBody>
          <a:bodyPr/>
          <a:lstStyle>
            <a:lvl1pPr marL="0" indent="0">
              <a:lnSpc>
                <a:spcPct val="105000"/>
              </a:lnSpc>
              <a:spcBef>
                <a:spcPts val="1000"/>
              </a:spcBef>
              <a:buFont typeface="Arial" panose="020B0604020202020204" pitchFamily="34" charset="0"/>
              <a:buNone/>
              <a:defRPr sz="1200">
                <a:solidFill>
                  <a:schemeClr val="tx1"/>
                </a:solidFill>
              </a:defRPr>
            </a:lvl1pPr>
            <a:lvl2pPr marL="108000" indent="-108000">
              <a:lnSpc>
                <a:spcPct val="105000"/>
              </a:lnSpc>
              <a:spcBef>
                <a:spcPts val="0"/>
              </a:spcBef>
              <a:buFont typeface="Arial" panose="020B0604020202020204" pitchFamily="34" charset="0"/>
              <a:buChar char="•"/>
              <a:defRPr sz="1200" b="0">
                <a:solidFill>
                  <a:schemeClr val="tx1"/>
                </a:solidFill>
              </a:defRPr>
            </a:lvl2pPr>
            <a:lvl3pPr marL="252000" indent="-144000">
              <a:lnSpc>
                <a:spcPct val="105000"/>
              </a:lnSpc>
              <a:spcBef>
                <a:spcPts val="0"/>
              </a:spcBef>
              <a:buFont typeface="Arial" panose="020B0604020202020204" pitchFamily="34" charset="0"/>
              <a:buChar char="–"/>
              <a:defRPr sz="1200">
                <a:solidFill>
                  <a:schemeClr val="tx1"/>
                </a:solidFill>
              </a:defRPr>
            </a:lvl3pPr>
            <a:lvl4pPr marL="360000" indent="-108000">
              <a:lnSpc>
                <a:spcPct val="105000"/>
              </a:lnSpc>
              <a:spcBef>
                <a:spcPts val="0"/>
              </a:spcBef>
              <a:buFont typeface="Arial" panose="020B0604020202020204" pitchFamily="34" charset="0"/>
              <a:buChar char="•"/>
              <a:defRPr sz="1200">
                <a:solidFill>
                  <a:schemeClr val="tx1"/>
                </a:solidFill>
              </a:defRPr>
            </a:lvl4pPr>
            <a:lvl5pPr marL="504000" indent="-144000">
              <a:lnSpc>
                <a:spcPct val="105000"/>
              </a:lnSpc>
              <a:spcBef>
                <a:spcPts val="0"/>
              </a:spcBef>
              <a:buFont typeface="Arial" panose="020B0604020202020204" pitchFamily="34" charset="0"/>
              <a:buChar char="–"/>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1" name="Text Placeholder 13">
            <a:extLst>
              <a:ext uri="{FF2B5EF4-FFF2-40B4-BE49-F238E27FC236}">
                <a16:creationId xmlns:a16="http://schemas.microsoft.com/office/drawing/2014/main" id="{6B14407A-BCE3-5AB9-0EED-2D0B1CB6CC2E}"/>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4" name="Slide Number Placeholder 3">
            <a:extLst>
              <a:ext uri="{FF2B5EF4-FFF2-40B4-BE49-F238E27FC236}">
                <a16:creationId xmlns:a16="http://schemas.microsoft.com/office/drawing/2014/main" id="{C865025A-103A-0811-0F12-F9BBA355FAEA}"/>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286666056"/>
      </p:ext>
    </p:extLst>
  </p:cSld>
  <p:clrMapOvr>
    <a:masterClrMapping/>
  </p:clrMapOvr>
  <p:extLst>
    <p:ext uri="{DCECCB84-F9BA-43D5-87BE-67443E8EF086}">
      <p15:sldGuideLst xmlns:p15="http://schemas.microsoft.com/office/powerpoint/2012/main">
        <p15:guide id="1" orient="horz" pos="1162">
          <p15:clr>
            <a:srgbClr val="FBAE40"/>
          </p15:clr>
        </p15:guide>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pos="2060">
          <p15:clr>
            <a:srgbClr val="FBAE40"/>
          </p15:clr>
        </p15:guide>
        <p15:guide id="7" pos="2357">
          <p15:clr>
            <a:srgbClr val="FBAE40"/>
          </p15:clr>
        </p15:guide>
        <p15:guide id="8" pos="4730">
          <p15:clr>
            <a:srgbClr val="FBAE40"/>
          </p15:clr>
        </p15:guide>
        <p15:guide id="9" pos="5027">
          <p15:clr>
            <a:srgbClr val="FBAE40"/>
          </p15:clr>
        </p15:guide>
        <p15:guide id="10" orient="horz" pos="356">
          <p15:clr>
            <a:srgbClr val="FBAE40"/>
          </p15:clr>
        </p15:guide>
        <p15:guide id="11" orient="horz" pos="272">
          <p15:clr>
            <a:srgbClr val="FBAE40"/>
          </p15:clr>
        </p15:guide>
        <p15:guide id="12" orient="horz" pos="394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Bullets | Objec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1425814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8D53493D-B0D9-51A9-DBE9-F51009BD6156}"/>
              </a:ext>
            </a:extLst>
          </p:cNvPr>
          <p:cNvSpPr>
            <a:spLocks noGrp="1"/>
          </p:cNvSpPr>
          <p:nvPr>
            <p:ph type="body" sz="quarter" idx="14" hasCustomPrompt="1"/>
          </p:nvPr>
        </p:nvSpPr>
        <p:spPr>
          <a:xfrm>
            <a:off x="442913" y="1847851"/>
            <a:ext cx="2355452" cy="1292598"/>
          </a:xfrm>
        </p:spPr>
        <p:txBody>
          <a:bodyPr/>
          <a:lstStyle>
            <a:lvl1pPr marL="270000" indent="-270000">
              <a:spcBef>
                <a:spcPts val="700"/>
              </a:spcBef>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a:defRPr/>
            </a:lvl5pPr>
          </a:lstStyle>
          <a:p>
            <a:pPr lvl="0"/>
            <a:r>
              <a:rPr lang="en-US" err="1"/>
              <a:t>Bulletpoint</a:t>
            </a:r>
            <a:endParaRPr lang="en-US"/>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4" name="Content Placeholder 43">
            <a:extLst>
              <a:ext uri="{FF2B5EF4-FFF2-40B4-BE49-F238E27FC236}">
                <a16:creationId xmlns:a16="http://schemas.microsoft.com/office/drawing/2014/main" id="{B3F55766-BAF5-043C-97E2-5061726EB875}"/>
              </a:ext>
            </a:extLst>
          </p:cNvPr>
          <p:cNvSpPr>
            <a:spLocks noGrp="1"/>
          </p:cNvSpPr>
          <p:nvPr>
            <p:ph sz="quarter" idx="15" hasCustomPrompt="1"/>
          </p:nvPr>
        </p:nvSpPr>
        <p:spPr>
          <a:xfrm>
            <a:off x="3269455" y="1847851"/>
            <a:ext cx="8479633" cy="4281487"/>
          </a:xfrm>
        </p:spPr>
        <p:txBody>
          <a:bodyPr>
            <a:noAutofit/>
          </a:bodyPr>
          <a:lstStyle>
            <a:lvl1pPr>
              <a:defRPr/>
            </a:lvl1pPr>
          </a:lstStyle>
          <a:p>
            <a:pPr lvl="0"/>
            <a:r>
              <a:rPr lang="en-US"/>
              <a:t> </a:t>
            </a:r>
            <a:endParaRPr lang="en-GB"/>
          </a:p>
        </p:txBody>
      </p:sp>
      <p:sp>
        <p:nvSpPr>
          <p:cNvPr id="4" name="Title 3">
            <a:extLst>
              <a:ext uri="{FF2B5EF4-FFF2-40B4-BE49-F238E27FC236}">
                <a16:creationId xmlns:a16="http://schemas.microsoft.com/office/drawing/2014/main" id="{4AFB12D2-D10E-0457-EE2E-876D225EFF97}"/>
              </a:ext>
            </a:extLst>
          </p:cNvPr>
          <p:cNvSpPr>
            <a:spLocks noGrp="1"/>
          </p:cNvSpPr>
          <p:nvPr>
            <p:ph type="title"/>
          </p:nvPr>
        </p:nvSpPr>
        <p:spPr/>
        <p:txBody>
          <a:bodyPr/>
          <a:lstStyle/>
          <a:p>
            <a:r>
              <a:rPr lang="en-GB"/>
              <a:t>Click to edit Master title style</a:t>
            </a:r>
          </a:p>
        </p:txBody>
      </p:sp>
      <p:sp>
        <p:nvSpPr>
          <p:cNvPr id="11" name="Text Placeholder 13">
            <a:extLst>
              <a:ext uri="{FF2B5EF4-FFF2-40B4-BE49-F238E27FC236}">
                <a16:creationId xmlns:a16="http://schemas.microsoft.com/office/drawing/2014/main" id="{4D374F40-B819-1A48-6F81-6D537CA2F48B}"/>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3" name="Slide Number Placeholder 2">
            <a:extLst>
              <a:ext uri="{FF2B5EF4-FFF2-40B4-BE49-F238E27FC236}">
                <a16:creationId xmlns:a16="http://schemas.microsoft.com/office/drawing/2014/main" id="{6190C4CA-910E-D623-B4A4-F27E1CCD8A03}"/>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723734943"/>
      </p:ext>
    </p:extLst>
  </p:cSld>
  <p:clrMapOvr>
    <a:masterClrMapping/>
  </p:clrMapOvr>
  <p:extLst>
    <p:ext uri="{DCECCB84-F9BA-43D5-87BE-67443E8EF086}">
      <p15:sldGuideLst xmlns:p15="http://schemas.microsoft.com/office/powerpoint/2012/main">
        <p15:guide id="1" orient="horz" pos="1162">
          <p15:clr>
            <a:srgbClr val="FBAE40"/>
          </p15:clr>
        </p15:guide>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pos="2060">
          <p15:clr>
            <a:srgbClr val="FBAE40"/>
          </p15:clr>
        </p15:guide>
        <p15:guide id="7" pos="1763">
          <p15:clr>
            <a:srgbClr val="FBAE40"/>
          </p15:clr>
        </p15:guide>
        <p15:guide id="8" orient="horz" pos="357">
          <p15:clr>
            <a:srgbClr val="FBAE40"/>
          </p15:clr>
        </p15:guide>
        <p15:guide id="9" orient="horz" pos="273">
          <p15:clr>
            <a:srgbClr val="FBAE40"/>
          </p15:clr>
        </p15:guide>
        <p15:guide id="10" orient="horz" pos="394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Small Bullets | Objec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12782080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a:xfrm>
            <a:off x="442913" y="776188"/>
            <a:ext cx="2355452" cy="492443"/>
          </a:xfrm>
        </p:spPr>
        <p:txBody>
          <a:bodyPr vert="horz"/>
          <a:lstStyle>
            <a:lvl1pPr rtl="0">
              <a:lnSpc>
                <a:spcPct val="100000"/>
              </a:lnSpc>
              <a:defRPr sz="1600"/>
            </a:lvl1pPr>
          </a:lstStyle>
          <a:p>
            <a:r>
              <a:rPr lang="en-GB"/>
              <a:t>Click to edit Master title style</a:t>
            </a:r>
          </a:p>
        </p:txBody>
      </p:sp>
      <p:sp>
        <p:nvSpPr>
          <p:cNvPr id="6" name="Text Placeholder 5">
            <a:extLst>
              <a:ext uri="{FF2B5EF4-FFF2-40B4-BE49-F238E27FC236}">
                <a16:creationId xmlns:a16="http://schemas.microsoft.com/office/drawing/2014/main" id="{8D53493D-B0D9-51A9-DBE9-F51009BD6156}"/>
              </a:ext>
            </a:extLst>
          </p:cNvPr>
          <p:cNvSpPr>
            <a:spLocks noGrp="1"/>
          </p:cNvSpPr>
          <p:nvPr>
            <p:ph type="body" sz="quarter" idx="14" hasCustomPrompt="1"/>
          </p:nvPr>
        </p:nvSpPr>
        <p:spPr>
          <a:xfrm>
            <a:off x="442913" y="1847851"/>
            <a:ext cx="2355452" cy="950581"/>
          </a:xfrm>
        </p:spPr>
        <p:txBody>
          <a:bodyPr/>
          <a:lstStyle>
            <a:lvl1pPr marL="0" indent="0">
              <a:lnSpc>
                <a:spcPct val="102000"/>
              </a:lnSpc>
              <a:spcBef>
                <a:spcPts val="1200"/>
              </a:spcBef>
              <a:buFont typeface="Arial" panose="020B0604020202020204" pitchFamily="34" charset="0"/>
              <a:buNone/>
              <a:defRPr sz="1200"/>
            </a:lvl1pPr>
            <a:lvl2pPr marL="108000" indent="-108000">
              <a:spcBef>
                <a:spcPts val="0"/>
              </a:spcBef>
              <a:buFont typeface="Arial" panose="020B0604020202020204" pitchFamily="34" charset="0"/>
              <a:buChar char="•"/>
              <a:defRPr sz="1200" b="0"/>
            </a:lvl2pPr>
            <a:lvl3pPr marL="252000" indent="-144000">
              <a:spcBef>
                <a:spcPts val="0"/>
              </a:spcBef>
              <a:buFont typeface="Arial" panose="020B0604020202020204" pitchFamily="34" charset="0"/>
              <a:buChar char="–"/>
              <a:defRPr sz="1200"/>
            </a:lvl3pPr>
            <a:lvl4pPr marL="360000" indent="-108000">
              <a:spcBef>
                <a:spcPts val="0"/>
              </a:spcBef>
              <a:buFont typeface="Arial" panose="020B0604020202020204" pitchFamily="34" charset="0"/>
              <a:buChar char="•"/>
              <a:defRPr sz="1200"/>
            </a:lvl4pPr>
            <a:lvl5pPr marL="504000" indent="-144000">
              <a:spcBef>
                <a:spcPts val="0"/>
              </a:spcBef>
              <a:buFont typeface="Arial" panose="020B0604020202020204" pitchFamily="34" charset="0"/>
              <a:buChar char="–"/>
              <a:defRPr sz="12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4" name="Content Placeholder 43">
            <a:extLst>
              <a:ext uri="{FF2B5EF4-FFF2-40B4-BE49-F238E27FC236}">
                <a16:creationId xmlns:a16="http://schemas.microsoft.com/office/drawing/2014/main" id="{B3F55766-BAF5-043C-97E2-5061726EB875}"/>
              </a:ext>
            </a:extLst>
          </p:cNvPr>
          <p:cNvSpPr>
            <a:spLocks noGrp="1"/>
          </p:cNvSpPr>
          <p:nvPr>
            <p:ph sz="quarter" idx="15" hasCustomPrompt="1"/>
          </p:nvPr>
        </p:nvSpPr>
        <p:spPr>
          <a:xfrm>
            <a:off x="3270250" y="776188"/>
            <a:ext cx="8479633" cy="5353150"/>
          </a:xfrm>
        </p:spPr>
        <p:txBody>
          <a:bodyPr>
            <a:noAutofit/>
          </a:bodyPr>
          <a:lstStyle>
            <a:lvl1pPr>
              <a:defRPr/>
            </a:lvl1pPr>
          </a:lstStyle>
          <a:p>
            <a:pPr lvl="0"/>
            <a:r>
              <a:rPr lang="en-US"/>
              <a:t> </a:t>
            </a:r>
            <a:endParaRPr lang="en-GB"/>
          </a:p>
        </p:txBody>
      </p:sp>
      <p:sp>
        <p:nvSpPr>
          <p:cNvPr id="12" name="Text Placeholder 13">
            <a:extLst>
              <a:ext uri="{FF2B5EF4-FFF2-40B4-BE49-F238E27FC236}">
                <a16:creationId xmlns:a16="http://schemas.microsoft.com/office/drawing/2014/main" id="{BFC084AA-45E0-306E-918F-A6A7A2A3A0F4}"/>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4" name="Slide Number Placeholder 3">
            <a:extLst>
              <a:ext uri="{FF2B5EF4-FFF2-40B4-BE49-F238E27FC236}">
                <a16:creationId xmlns:a16="http://schemas.microsoft.com/office/drawing/2014/main" id="{B343E3E0-C150-BD9E-1DFA-B136218D5AA0}"/>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83970031"/>
      </p:ext>
    </p:extLst>
  </p:cSld>
  <p:clrMapOvr>
    <a:masterClrMapping/>
  </p:clrMapOvr>
  <p:extLst>
    <p:ext uri="{DCECCB84-F9BA-43D5-87BE-67443E8EF086}">
      <p15:sldGuideLst xmlns:p15="http://schemas.microsoft.com/office/powerpoint/2012/main">
        <p15:guide id="1" orient="horz" pos="1162">
          <p15:clr>
            <a:srgbClr val="FBAE40"/>
          </p15:clr>
        </p15:guide>
        <p15:guide id="2" orient="horz" pos="488">
          <p15:clr>
            <a:srgbClr val="FBAE40"/>
          </p15:clr>
        </p15:guide>
        <p15:guide id="3" orient="horz" pos="3861">
          <p15:clr>
            <a:srgbClr val="FBAE40"/>
          </p15:clr>
        </p15:guide>
        <p15:guide id="4" pos="279">
          <p15:clr>
            <a:srgbClr val="FBAE40"/>
          </p15:clr>
        </p15:guide>
        <p15:guide id="5" pos="7401">
          <p15:clr>
            <a:srgbClr val="FBAE40"/>
          </p15:clr>
        </p15:guide>
        <p15:guide id="6" pos="2060">
          <p15:clr>
            <a:srgbClr val="FBAE40"/>
          </p15:clr>
        </p15:guide>
        <p15:guide id="7" pos="1763">
          <p15:clr>
            <a:srgbClr val="FBAE40"/>
          </p15:clr>
        </p15:guide>
        <p15:guide id="8" orient="horz" pos="357">
          <p15:clr>
            <a:srgbClr val="FBAE40"/>
          </p15:clr>
        </p15:guide>
        <p15:guide id="9" orient="horz" pos="273">
          <p15:clr>
            <a:srgbClr val="FBAE40"/>
          </p15:clr>
        </p15:guide>
        <p15:guide id="10" orient="horz" pos="394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Bullets | 1 Colum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2618748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5">
            <a:extLst>
              <a:ext uri="{FF2B5EF4-FFF2-40B4-BE49-F238E27FC236}">
                <a16:creationId xmlns:a16="http://schemas.microsoft.com/office/drawing/2014/main" id="{CB8A802D-08DB-4A2F-09AC-90520B78D605}"/>
              </a:ext>
            </a:extLst>
          </p:cNvPr>
          <p:cNvSpPr>
            <a:spLocks noGrp="1"/>
          </p:cNvSpPr>
          <p:nvPr>
            <p:ph type="body" sz="quarter" idx="14" hasCustomPrompt="1"/>
          </p:nvPr>
        </p:nvSpPr>
        <p:spPr>
          <a:xfrm>
            <a:off x="4682727" y="1847851"/>
            <a:ext cx="3297634" cy="1292598"/>
          </a:xfrm>
        </p:spPr>
        <p:txBody>
          <a:bodyPr/>
          <a:lstStyle>
            <a:lvl1pPr marL="270000" indent="-270000">
              <a:spcBef>
                <a:spcPts val="700"/>
              </a:spcBef>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a:defRPr/>
            </a:lvl5pPr>
          </a:lstStyle>
          <a:p>
            <a:pPr lvl="0"/>
            <a:r>
              <a:rPr lang="en-US" err="1"/>
              <a:t>Bulletpoint</a:t>
            </a:r>
            <a:endParaRPr lang="en-US"/>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 name="Text Placeholder 5">
            <a:extLst>
              <a:ext uri="{FF2B5EF4-FFF2-40B4-BE49-F238E27FC236}">
                <a16:creationId xmlns:a16="http://schemas.microsoft.com/office/drawing/2014/main" id="{29443884-557B-BF7F-A5FE-3516D5F74298}"/>
              </a:ext>
            </a:extLst>
          </p:cNvPr>
          <p:cNvSpPr>
            <a:spLocks noGrp="1"/>
          </p:cNvSpPr>
          <p:nvPr>
            <p:ph type="body" sz="quarter" idx="15" hasCustomPrompt="1"/>
          </p:nvPr>
        </p:nvSpPr>
        <p:spPr>
          <a:xfrm>
            <a:off x="8451452" y="1847851"/>
            <a:ext cx="3297635" cy="956096"/>
          </a:xfrm>
        </p:spPr>
        <p:txBody>
          <a:bodyPr/>
          <a:lstStyle>
            <a:lvl1pPr marL="0" indent="0">
              <a:lnSpc>
                <a:spcPct val="105000"/>
              </a:lnSpc>
              <a:spcBef>
                <a:spcPts val="1000"/>
              </a:spcBef>
              <a:buFont typeface="Arial" panose="020B0604020202020204" pitchFamily="34" charset="0"/>
              <a:buNone/>
              <a:defRPr sz="1200">
                <a:solidFill>
                  <a:schemeClr val="tx1"/>
                </a:solidFill>
              </a:defRPr>
            </a:lvl1pPr>
            <a:lvl2pPr marL="108000" indent="-108000">
              <a:lnSpc>
                <a:spcPct val="105000"/>
              </a:lnSpc>
              <a:spcBef>
                <a:spcPts val="0"/>
              </a:spcBef>
              <a:buFont typeface="Arial" panose="020B0604020202020204" pitchFamily="34" charset="0"/>
              <a:buChar char="•"/>
              <a:defRPr sz="1200" b="0">
                <a:solidFill>
                  <a:schemeClr val="tx1"/>
                </a:solidFill>
              </a:defRPr>
            </a:lvl2pPr>
            <a:lvl3pPr marL="252000" indent="-144000">
              <a:lnSpc>
                <a:spcPct val="105000"/>
              </a:lnSpc>
              <a:spcBef>
                <a:spcPts val="0"/>
              </a:spcBef>
              <a:buFont typeface="Arial" panose="020B0604020202020204" pitchFamily="34" charset="0"/>
              <a:buChar char="–"/>
              <a:defRPr sz="1200">
                <a:solidFill>
                  <a:schemeClr val="tx1"/>
                </a:solidFill>
              </a:defRPr>
            </a:lvl3pPr>
            <a:lvl4pPr marL="360000" indent="-108000">
              <a:lnSpc>
                <a:spcPct val="105000"/>
              </a:lnSpc>
              <a:spcBef>
                <a:spcPts val="0"/>
              </a:spcBef>
              <a:buFont typeface="Arial" panose="020B0604020202020204" pitchFamily="34" charset="0"/>
              <a:buChar char="•"/>
              <a:defRPr sz="1200">
                <a:solidFill>
                  <a:schemeClr val="tx1"/>
                </a:solidFill>
              </a:defRPr>
            </a:lvl4pPr>
            <a:lvl5pPr marL="504000" indent="-144000">
              <a:lnSpc>
                <a:spcPct val="105000"/>
              </a:lnSpc>
              <a:spcBef>
                <a:spcPts val="0"/>
              </a:spcBef>
              <a:buFont typeface="Arial" panose="020B0604020202020204" pitchFamily="34" charset="0"/>
              <a:buChar char="–"/>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62" name="Table Placeholder 28">
            <a:extLst>
              <a:ext uri="{FF2B5EF4-FFF2-40B4-BE49-F238E27FC236}">
                <a16:creationId xmlns:a16="http://schemas.microsoft.com/office/drawing/2014/main" id="{396B1433-293D-EA6D-43A7-C51214C4896C}"/>
              </a:ext>
            </a:extLst>
          </p:cNvPr>
          <p:cNvSpPr>
            <a:spLocks noGrp="1"/>
          </p:cNvSpPr>
          <p:nvPr>
            <p:ph type="tbl" sz="quarter" idx="16" hasCustomPrompt="1"/>
          </p:nvPr>
        </p:nvSpPr>
        <p:spPr>
          <a:xfrm>
            <a:off x="4209838" y="778567"/>
            <a:ext cx="3600" cy="3982346"/>
          </a:xfrm>
          <a:solidFill>
            <a:schemeClr val="tx1"/>
          </a:solidFill>
        </p:spPr>
        <p:txBody>
          <a:bodyPr>
            <a:noAutofit/>
          </a:bodyPr>
          <a:lstStyle>
            <a:lvl1pPr>
              <a:defRPr/>
            </a:lvl1pPr>
          </a:lstStyle>
          <a:p>
            <a:r>
              <a:rPr lang="en-GB"/>
              <a:t> </a:t>
            </a:r>
          </a:p>
        </p:txBody>
      </p:sp>
      <p:sp>
        <p:nvSpPr>
          <p:cNvPr id="12" name="Title 11">
            <a:extLst>
              <a:ext uri="{FF2B5EF4-FFF2-40B4-BE49-F238E27FC236}">
                <a16:creationId xmlns:a16="http://schemas.microsoft.com/office/drawing/2014/main" id="{4CB2571E-6E34-0B7A-FC18-CF0CCD123029}"/>
              </a:ext>
            </a:extLst>
          </p:cNvPr>
          <p:cNvSpPr>
            <a:spLocks noGrp="1"/>
          </p:cNvSpPr>
          <p:nvPr>
            <p:ph type="title"/>
          </p:nvPr>
        </p:nvSpPr>
        <p:spPr>
          <a:xfrm>
            <a:off x="442913" y="778567"/>
            <a:ext cx="3297633" cy="775597"/>
          </a:xfrm>
        </p:spPr>
        <p:txBody>
          <a:bodyPr vert="horz"/>
          <a:lstStyle/>
          <a:p>
            <a:r>
              <a:rPr lang="en-GB"/>
              <a:t>Click to edit Master title style</a:t>
            </a:r>
          </a:p>
        </p:txBody>
      </p:sp>
      <p:sp>
        <p:nvSpPr>
          <p:cNvPr id="11" name="Text Placeholder 13">
            <a:extLst>
              <a:ext uri="{FF2B5EF4-FFF2-40B4-BE49-F238E27FC236}">
                <a16:creationId xmlns:a16="http://schemas.microsoft.com/office/drawing/2014/main" id="{990AF6EE-DE50-F3EC-A8BA-8745A6EC580E}"/>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5654A34B-99AC-8BF6-883E-CF9779CF125C}"/>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1279158980"/>
      </p:ext>
    </p:extLst>
  </p:cSld>
  <p:clrMapOvr>
    <a:masterClrMapping/>
  </p:clrMapOvr>
  <p:extLst>
    <p:ext uri="{DCECCB84-F9BA-43D5-87BE-67443E8EF086}">
      <p15:sldGuideLst xmlns:p15="http://schemas.microsoft.com/office/powerpoint/2012/main">
        <p15:guide id="1" orient="horz" pos="1162">
          <p15:clr>
            <a:srgbClr val="FBAE40"/>
          </p15:clr>
        </p15:guide>
        <p15:guide id="3" orient="horz" pos="3861">
          <p15:clr>
            <a:srgbClr val="FBAE40"/>
          </p15:clr>
        </p15:guide>
        <p15:guide id="4" pos="279">
          <p15:clr>
            <a:srgbClr val="FBAE40"/>
          </p15:clr>
        </p15:guide>
        <p15:guide id="5" pos="7401">
          <p15:clr>
            <a:srgbClr val="FBAE40"/>
          </p15:clr>
        </p15:guide>
        <p15:guide id="6" pos="2650">
          <p15:clr>
            <a:srgbClr val="FBAE40"/>
          </p15:clr>
        </p15:guide>
        <p15:guide id="7" pos="2950">
          <p15:clr>
            <a:srgbClr val="FBAE40"/>
          </p15:clr>
        </p15:guide>
        <p15:guide id="8" pos="5027">
          <p15:clr>
            <a:srgbClr val="FBAE40"/>
          </p15:clr>
        </p15:guide>
        <p15:guide id="9" pos="5324">
          <p15:clr>
            <a:srgbClr val="FBAE40"/>
          </p15:clr>
        </p15:guide>
        <p15:guide id="10" orient="horz" pos="2999">
          <p15:clr>
            <a:srgbClr val="FBAE40"/>
          </p15:clr>
        </p15:guide>
        <p15:guide id="11" orient="horz" pos="489">
          <p15:clr>
            <a:srgbClr val="FBAE40"/>
          </p15:clr>
        </p15:guide>
        <p15:guide id="12" orient="horz" pos="357">
          <p15:clr>
            <a:srgbClr val="FBAE40"/>
          </p15:clr>
        </p15:guide>
        <p15:guide id="13" orient="horz" pos="273">
          <p15:clr>
            <a:srgbClr val="FBAE40"/>
          </p15:clr>
        </p15:guide>
        <p15:guide id="14" orient="horz" pos="394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Bullets |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3701633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8D53493D-B0D9-51A9-DBE9-F51009BD6156}"/>
              </a:ext>
            </a:extLst>
          </p:cNvPr>
          <p:cNvSpPr>
            <a:spLocks noGrp="1"/>
          </p:cNvSpPr>
          <p:nvPr>
            <p:ph type="body" sz="quarter" idx="14" hasCustomPrompt="1"/>
          </p:nvPr>
        </p:nvSpPr>
        <p:spPr>
          <a:xfrm>
            <a:off x="442913" y="1847851"/>
            <a:ext cx="2826543" cy="1292598"/>
          </a:xfrm>
        </p:spPr>
        <p:txBody>
          <a:bodyPr/>
          <a:lstStyle>
            <a:lvl1pPr marL="270000" indent="-270000">
              <a:spcBef>
                <a:spcPts val="700"/>
              </a:spcBef>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a:defRPr/>
            </a:lvl5pPr>
          </a:lstStyle>
          <a:p>
            <a:pPr lvl="0"/>
            <a:r>
              <a:rPr lang="en-US" err="1"/>
              <a:t>Bulletpoint</a:t>
            </a:r>
            <a:endParaRPr lang="en-US"/>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7" name="Text Placeholder 5">
            <a:extLst>
              <a:ext uri="{FF2B5EF4-FFF2-40B4-BE49-F238E27FC236}">
                <a16:creationId xmlns:a16="http://schemas.microsoft.com/office/drawing/2014/main" id="{52B127CF-A853-7EEE-BEC4-8450201D8C0E}"/>
              </a:ext>
            </a:extLst>
          </p:cNvPr>
          <p:cNvSpPr>
            <a:spLocks noGrp="1"/>
          </p:cNvSpPr>
          <p:nvPr>
            <p:ph type="body" sz="quarter" idx="15" hasCustomPrompt="1"/>
          </p:nvPr>
        </p:nvSpPr>
        <p:spPr>
          <a:xfrm>
            <a:off x="3740546" y="1847851"/>
            <a:ext cx="2355453" cy="1292598"/>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8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45" name="Table Placeholder 28">
            <a:extLst>
              <a:ext uri="{FF2B5EF4-FFF2-40B4-BE49-F238E27FC236}">
                <a16:creationId xmlns:a16="http://schemas.microsoft.com/office/drawing/2014/main" id="{BFBC6388-9346-0281-E344-E3D47C0CD20D}"/>
              </a:ext>
            </a:extLst>
          </p:cNvPr>
          <p:cNvSpPr>
            <a:spLocks noGrp="1"/>
          </p:cNvSpPr>
          <p:nvPr>
            <p:ph type="tbl" sz="quarter" idx="16" hasCustomPrompt="1"/>
          </p:nvPr>
        </p:nvSpPr>
        <p:spPr>
          <a:xfrm>
            <a:off x="3503201" y="1847851"/>
            <a:ext cx="3600" cy="2712281"/>
          </a:xfrm>
          <a:solidFill>
            <a:schemeClr val="tx1"/>
          </a:solidFill>
        </p:spPr>
        <p:txBody>
          <a:bodyPr>
            <a:noAutofit/>
          </a:bodyPr>
          <a:lstStyle>
            <a:lvl1pPr>
              <a:defRPr/>
            </a:lvl1pPr>
          </a:lstStyle>
          <a:p>
            <a:r>
              <a:rPr lang="en-GB"/>
              <a:t> </a:t>
            </a:r>
          </a:p>
        </p:txBody>
      </p:sp>
      <p:sp>
        <p:nvSpPr>
          <p:cNvPr id="48" name="Table Placeholder 28">
            <a:extLst>
              <a:ext uri="{FF2B5EF4-FFF2-40B4-BE49-F238E27FC236}">
                <a16:creationId xmlns:a16="http://schemas.microsoft.com/office/drawing/2014/main" id="{7613626D-4331-EEF3-A12C-A61DA703D71A}"/>
              </a:ext>
            </a:extLst>
          </p:cNvPr>
          <p:cNvSpPr>
            <a:spLocks noGrp="1"/>
          </p:cNvSpPr>
          <p:nvPr>
            <p:ph type="tbl" sz="quarter" idx="24" hasCustomPrompt="1"/>
          </p:nvPr>
        </p:nvSpPr>
        <p:spPr>
          <a:xfrm>
            <a:off x="6329744" y="1847851"/>
            <a:ext cx="3600" cy="2712281"/>
          </a:xfrm>
          <a:solidFill>
            <a:schemeClr val="tx1"/>
          </a:solidFill>
        </p:spPr>
        <p:txBody>
          <a:bodyPr>
            <a:noAutofit/>
          </a:bodyPr>
          <a:lstStyle>
            <a:lvl1pPr>
              <a:defRPr/>
            </a:lvl1pPr>
          </a:lstStyle>
          <a:p>
            <a:r>
              <a:rPr lang="en-GB"/>
              <a:t> </a:t>
            </a:r>
          </a:p>
        </p:txBody>
      </p:sp>
      <p:sp>
        <p:nvSpPr>
          <p:cNvPr id="49" name="Table Placeholder 28">
            <a:extLst>
              <a:ext uri="{FF2B5EF4-FFF2-40B4-BE49-F238E27FC236}">
                <a16:creationId xmlns:a16="http://schemas.microsoft.com/office/drawing/2014/main" id="{EA9C1A6E-F7C8-BDF3-B0DF-2CF87D82DD83}"/>
              </a:ext>
            </a:extLst>
          </p:cNvPr>
          <p:cNvSpPr>
            <a:spLocks noGrp="1"/>
          </p:cNvSpPr>
          <p:nvPr>
            <p:ph type="tbl" sz="quarter" idx="25" hasCustomPrompt="1"/>
          </p:nvPr>
        </p:nvSpPr>
        <p:spPr>
          <a:xfrm>
            <a:off x="9156287" y="1847851"/>
            <a:ext cx="3600" cy="2712281"/>
          </a:xfrm>
          <a:solidFill>
            <a:schemeClr val="tx1"/>
          </a:solidFill>
        </p:spPr>
        <p:txBody>
          <a:bodyPr>
            <a:noAutofit/>
          </a:bodyPr>
          <a:lstStyle>
            <a:lvl1pPr>
              <a:defRPr/>
            </a:lvl1pPr>
          </a:lstStyle>
          <a:p>
            <a:r>
              <a:rPr lang="en-GB"/>
              <a:t> </a:t>
            </a:r>
          </a:p>
        </p:txBody>
      </p:sp>
      <p:sp>
        <p:nvSpPr>
          <p:cNvPr id="52" name="Text Placeholder 5">
            <a:extLst>
              <a:ext uri="{FF2B5EF4-FFF2-40B4-BE49-F238E27FC236}">
                <a16:creationId xmlns:a16="http://schemas.microsoft.com/office/drawing/2014/main" id="{74822F3A-88BC-F580-3451-CCED303FB32F}"/>
              </a:ext>
            </a:extLst>
          </p:cNvPr>
          <p:cNvSpPr>
            <a:spLocks noGrp="1"/>
          </p:cNvSpPr>
          <p:nvPr>
            <p:ph type="body" sz="quarter" idx="28" hasCustomPrompt="1"/>
          </p:nvPr>
        </p:nvSpPr>
        <p:spPr>
          <a:xfrm>
            <a:off x="6567089" y="1847851"/>
            <a:ext cx="2355453" cy="1292598"/>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8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3" name="Text Placeholder 5">
            <a:extLst>
              <a:ext uri="{FF2B5EF4-FFF2-40B4-BE49-F238E27FC236}">
                <a16:creationId xmlns:a16="http://schemas.microsoft.com/office/drawing/2014/main" id="{32631EA8-4450-EA8E-AE47-0BC60B1B2AE5}"/>
              </a:ext>
            </a:extLst>
          </p:cNvPr>
          <p:cNvSpPr>
            <a:spLocks noGrp="1"/>
          </p:cNvSpPr>
          <p:nvPr>
            <p:ph type="body" sz="quarter" idx="29" hasCustomPrompt="1"/>
          </p:nvPr>
        </p:nvSpPr>
        <p:spPr>
          <a:xfrm>
            <a:off x="9393634" y="1847851"/>
            <a:ext cx="2355453" cy="1292598"/>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8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Title 6">
            <a:extLst>
              <a:ext uri="{FF2B5EF4-FFF2-40B4-BE49-F238E27FC236}">
                <a16:creationId xmlns:a16="http://schemas.microsoft.com/office/drawing/2014/main" id="{A5AACB0A-8B75-3FED-6D51-F5977F7ADD44}"/>
              </a:ext>
            </a:extLst>
          </p:cNvPr>
          <p:cNvSpPr>
            <a:spLocks noGrp="1"/>
          </p:cNvSpPr>
          <p:nvPr>
            <p:ph type="title"/>
          </p:nvPr>
        </p:nvSpPr>
        <p:spPr/>
        <p:txBody>
          <a:bodyPr vert="horz"/>
          <a:lstStyle/>
          <a:p>
            <a:r>
              <a:rPr lang="en-GB"/>
              <a:t>Click to edit Master title style</a:t>
            </a:r>
          </a:p>
        </p:txBody>
      </p:sp>
      <p:sp>
        <p:nvSpPr>
          <p:cNvPr id="3" name="Text Placeholder 13">
            <a:extLst>
              <a:ext uri="{FF2B5EF4-FFF2-40B4-BE49-F238E27FC236}">
                <a16:creationId xmlns:a16="http://schemas.microsoft.com/office/drawing/2014/main" id="{D89D1098-8590-2844-8C40-507E91B7F997}"/>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4" name="Slide Number Placeholder 3">
            <a:extLst>
              <a:ext uri="{FF2B5EF4-FFF2-40B4-BE49-F238E27FC236}">
                <a16:creationId xmlns:a16="http://schemas.microsoft.com/office/drawing/2014/main" id="{EFD60FFC-0856-772F-1608-D77FE7911A35}"/>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1181208523"/>
      </p:ext>
    </p:extLst>
  </p:cSld>
  <p:clrMapOvr>
    <a:masterClrMapping/>
  </p:clrMapOvr>
  <p:extLst>
    <p:ext uri="{DCECCB84-F9BA-43D5-87BE-67443E8EF086}">
      <p15:sldGuideLst xmlns:p15="http://schemas.microsoft.com/office/powerpoint/2012/main">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pos="2060">
          <p15:clr>
            <a:srgbClr val="FBAE40"/>
          </p15:clr>
        </p15:guide>
        <p15:guide id="7" pos="2357">
          <p15:clr>
            <a:srgbClr val="FBAE40"/>
          </p15:clr>
        </p15:guide>
        <p15:guide id="8" pos="3840">
          <p15:clr>
            <a:srgbClr val="FBAE40"/>
          </p15:clr>
        </p15:guide>
        <p15:guide id="9" pos="5621">
          <p15:clr>
            <a:srgbClr val="FBAE40"/>
          </p15:clr>
        </p15:guide>
        <p15:guide id="10" orient="horz" pos="1162">
          <p15:clr>
            <a:srgbClr val="FBAE40"/>
          </p15:clr>
        </p15:guide>
        <p15:guide id="11" pos="4135">
          <p15:clr>
            <a:srgbClr val="FBAE40"/>
          </p15:clr>
        </p15:guide>
        <p15:guide id="12" pos="5916">
          <p15:clr>
            <a:srgbClr val="FBAE40"/>
          </p15:clr>
        </p15:guide>
        <p15:guide id="13" orient="horz" pos="357">
          <p15:clr>
            <a:srgbClr val="FBAE40"/>
          </p15:clr>
        </p15:guide>
        <p15:guide id="14" orient="horz" pos="273">
          <p15:clr>
            <a:srgbClr val="FBAE40"/>
          </p15:clr>
        </p15:guide>
        <p15:guide id="15" orient="horz" pos="39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29790643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p:txBody>
          <a:bodyPr vert="horz"/>
          <a:lstStyle>
            <a:lvl1pPr rtl="0">
              <a:defRPr/>
            </a:lvl1pPr>
          </a:lstStyle>
          <a:p>
            <a:r>
              <a:rPr lang="en-GB"/>
              <a:t>Click to edit Master title style</a:t>
            </a:r>
          </a:p>
        </p:txBody>
      </p:sp>
      <p:sp>
        <p:nvSpPr>
          <p:cNvPr id="3" name="Text Placeholder 13">
            <a:extLst>
              <a:ext uri="{FF2B5EF4-FFF2-40B4-BE49-F238E27FC236}">
                <a16:creationId xmlns:a16="http://schemas.microsoft.com/office/drawing/2014/main" id="{52A24506-DCE3-1E10-8C1D-C74CE258D3F0}"/>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BC65F780-62D6-0E2E-CE55-DB50496D4E34}"/>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500845049"/>
      </p:ext>
    </p:extLst>
  </p:cSld>
  <p:clrMapOvr>
    <a:masterClrMapping/>
  </p:clrMapOvr>
  <p:extLst>
    <p:ext uri="{DCECCB84-F9BA-43D5-87BE-67443E8EF086}">
      <p15:sldGuideLst xmlns:p15="http://schemas.microsoft.com/office/powerpoint/2012/main">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orient="horz" pos="1162">
          <p15:clr>
            <a:srgbClr val="FBAE40"/>
          </p15:clr>
        </p15:guide>
        <p15:guide id="7" orient="horz" pos="357">
          <p15:clr>
            <a:srgbClr val="FBAE40"/>
          </p15:clr>
        </p15:guide>
        <p15:guide id="8" orient="horz" pos="273">
          <p15:clr>
            <a:srgbClr val="FBAE40"/>
          </p15:clr>
        </p15:guide>
        <p15:guide id="9" orient="horz" pos="394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ictures +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125121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p:txBody>
          <a:bodyPr vert="horz"/>
          <a:lstStyle>
            <a:lvl1pPr rtl="0">
              <a:defRPr/>
            </a:lvl1pPr>
          </a:lstStyle>
          <a:p>
            <a:r>
              <a:rPr lang="en-GB"/>
              <a:t>Click to edit Master title style</a:t>
            </a:r>
          </a:p>
        </p:txBody>
      </p:sp>
      <p:sp>
        <p:nvSpPr>
          <p:cNvPr id="49" name="Picture Placeholder 59">
            <a:extLst>
              <a:ext uri="{FF2B5EF4-FFF2-40B4-BE49-F238E27FC236}">
                <a16:creationId xmlns:a16="http://schemas.microsoft.com/office/drawing/2014/main" id="{82001C16-62F9-CC8E-AEC6-FC293396838F}"/>
              </a:ext>
            </a:extLst>
          </p:cNvPr>
          <p:cNvSpPr>
            <a:spLocks noGrp="1" noChangeAspect="1"/>
          </p:cNvSpPr>
          <p:nvPr>
            <p:ph type="pic" sz="quarter" idx="22" hasCustomPrompt="1"/>
          </p:nvPr>
        </p:nvSpPr>
        <p:spPr>
          <a:xfrm>
            <a:off x="2798367"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1" name="Picture Placeholder 59">
            <a:extLst>
              <a:ext uri="{FF2B5EF4-FFF2-40B4-BE49-F238E27FC236}">
                <a16:creationId xmlns:a16="http://schemas.microsoft.com/office/drawing/2014/main" id="{72F1E429-2C8A-48C1-7823-5C1B3E71519D}"/>
              </a:ext>
            </a:extLst>
          </p:cNvPr>
          <p:cNvSpPr>
            <a:spLocks noGrp="1" noChangeAspect="1"/>
          </p:cNvSpPr>
          <p:nvPr>
            <p:ph type="pic" sz="quarter" idx="24" hasCustomPrompt="1"/>
          </p:nvPr>
        </p:nvSpPr>
        <p:spPr>
          <a:xfrm>
            <a:off x="5153821"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2" name="Picture Placeholder 59">
            <a:extLst>
              <a:ext uri="{FF2B5EF4-FFF2-40B4-BE49-F238E27FC236}">
                <a16:creationId xmlns:a16="http://schemas.microsoft.com/office/drawing/2014/main" id="{249BB2A9-18D2-69DA-D30B-1861DBCA2444}"/>
              </a:ext>
            </a:extLst>
          </p:cNvPr>
          <p:cNvSpPr>
            <a:spLocks noGrp="1" noChangeAspect="1"/>
          </p:cNvSpPr>
          <p:nvPr>
            <p:ph type="pic" sz="quarter" idx="26" hasCustomPrompt="1"/>
          </p:nvPr>
        </p:nvSpPr>
        <p:spPr>
          <a:xfrm>
            <a:off x="7509272"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3" name="Picture Placeholder 59">
            <a:extLst>
              <a:ext uri="{FF2B5EF4-FFF2-40B4-BE49-F238E27FC236}">
                <a16:creationId xmlns:a16="http://schemas.microsoft.com/office/drawing/2014/main" id="{473BB750-2F64-7AA6-FDF8-62368BFCF143}"/>
              </a:ext>
            </a:extLst>
          </p:cNvPr>
          <p:cNvSpPr>
            <a:spLocks noGrp="1" noChangeAspect="1"/>
          </p:cNvSpPr>
          <p:nvPr>
            <p:ph type="pic" sz="quarter" idx="28" hasCustomPrompt="1"/>
          </p:nvPr>
        </p:nvSpPr>
        <p:spPr>
          <a:xfrm>
            <a:off x="9864726"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6" name="Table Placeholder 28">
            <a:extLst>
              <a:ext uri="{FF2B5EF4-FFF2-40B4-BE49-F238E27FC236}">
                <a16:creationId xmlns:a16="http://schemas.microsoft.com/office/drawing/2014/main" id="{DB28695F-07AE-8BDA-E834-6FED480F2E87}"/>
              </a:ext>
            </a:extLst>
          </p:cNvPr>
          <p:cNvSpPr>
            <a:spLocks noGrp="1"/>
          </p:cNvSpPr>
          <p:nvPr>
            <p:ph type="tbl" sz="quarter" idx="30" hasCustomPrompt="1"/>
          </p:nvPr>
        </p:nvSpPr>
        <p:spPr>
          <a:xfrm>
            <a:off x="2561021" y="1847851"/>
            <a:ext cx="3600" cy="3063513"/>
          </a:xfrm>
          <a:solidFill>
            <a:schemeClr val="tx1"/>
          </a:solidFill>
        </p:spPr>
        <p:txBody>
          <a:bodyPr>
            <a:noAutofit/>
          </a:bodyPr>
          <a:lstStyle>
            <a:lvl1pPr>
              <a:defRPr/>
            </a:lvl1pPr>
          </a:lstStyle>
          <a:p>
            <a:r>
              <a:rPr lang="en-GB"/>
              <a:t> </a:t>
            </a:r>
          </a:p>
        </p:txBody>
      </p:sp>
      <p:sp>
        <p:nvSpPr>
          <p:cNvPr id="57" name="Table Placeholder 28">
            <a:extLst>
              <a:ext uri="{FF2B5EF4-FFF2-40B4-BE49-F238E27FC236}">
                <a16:creationId xmlns:a16="http://schemas.microsoft.com/office/drawing/2014/main" id="{E87EE977-9854-81AA-C0CC-672F932F444F}"/>
              </a:ext>
            </a:extLst>
          </p:cNvPr>
          <p:cNvSpPr>
            <a:spLocks noGrp="1"/>
          </p:cNvSpPr>
          <p:nvPr>
            <p:ph type="tbl" sz="quarter" idx="31" hasCustomPrompt="1"/>
          </p:nvPr>
        </p:nvSpPr>
        <p:spPr>
          <a:xfrm>
            <a:off x="4916475" y="1847851"/>
            <a:ext cx="3600" cy="3063513"/>
          </a:xfrm>
          <a:solidFill>
            <a:schemeClr val="tx1"/>
          </a:solidFill>
        </p:spPr>
        <p:txBody>
          <a:bodyPr>
            <a:noAutofit/>
          </a:bodyPr>
          <a:lstStyle>
            <a:lvl1pPr>
              <a:defRPr/>
            </a:lvl1pPr>
          </a:lstStyle>
          <a:p>
            <a:r>
              <a:rPr lang="en-GB"/>
              <a:t> </a:t>
            </a:r>
          </a:p>
        </p:txBody>
      </p:sp>
      <p:sp>
        <p:nvSpPr>
          <p:cNvPr id="58" name="Table Placeholder 28">
            <a:extLst>
              <a:ext uri="{FF2B5EF4-FFF2-40B4-BE49-F238E27FC236}">
                <a16:creationId xmlns:a16="http://schemas.microsoft.com/office/drawing/2014/main" id="{96E4A292-1F9A-9D50-0309-FC6FEF11F23E}"/>
              </a:ext>
            </a:extLst>
          </p:cNvPr>
          <p:cNvSpPr>
            <a:spLocks noGrp="1"/>
          </p:cNvSpPr>
          <p:nvPr>
            <p:ph type="tbl" sz="quarter" idx="32" hasCustomPrompt="1"/>
          </p:nvPr>
        </p:nvSpPr>
        <p:spPr>
          <a:xfrm>
            <a:off x="7271929" y="1847851"/>
            <a:ext cx="3600" cy="3063513"/>
          </a:xfrm>
          <a:solidFill>
            <a:schemeClr val="tx1"/>
          </a:solidFill>
        </p:spPr>
        <p:txBody>
          <a:bodyPr>
            <a:noAutofit/>
          </a:bodyPr>
          <a:lstStyle>
            <a:lvl1pPr>
              <a:defRPr/>
            </a:lvl1pPr>
          </a:lstStyle>
          <a:p>
            <a:r>
              <a:rPr lang="en-GB"/>
              <a:t> </a:t>
            </a:r>
          </a:p>
        </p:txBody>
      </p:sp>
      <p:sp>
        <p:nvSpPr>
          <p:cNvPr id="59" name="Table Placeholder 28">
            <a:extLst>
              <a:ext uri="{FF2B5EF4-FFF2-40B4-BE49-F238E27FC236}">
                <a16:creationId xmlns:a16="http://schemas.microsoft.com/office/drawing/2014/main" id="{27A4E506-E0F3-B570-8D10-8AFB0E5A394D}"/>
              </a:ext>
            </a:extLst>
          </p:cNvPr>
          <p:cNvSpPr>
            <a:spLocks noGrp="1"/>
          </p:cNvSpPr>
          <p:nvPr>
            <p:ph type="tbl" sz="quarter" idx="33" hasCustomPrompt="1"/>
          </p:nvPr>
        </p:nvSpPr>
        <p:spPr>
          <a:xfrm>
            <a:off x="9627383" y="1847851"/>
            <a:ext cx="3600" cy="3063513"/>
          </a:xfrm>
          <a:solidFill>
            <a:schemeClr val="tx1"/>
          </a:solidFill>
        </p:spPr>
        <p:txBody>
          <a:bodyPr>
            <a:noAutofit/>
          </a:bodyPr>
          <a:lstStyle>
            <a:lvl1pPr>
              <a:defRPr/>
            </a:lvl1pPr>
          </a:lstStyle>
          <a:p>
            <a:r>
              <a:rPr lang="en-GB"/>
              <a:t> </a:t>
            </a:r>
          </a:p>
        </p:txBody>
      </p:sp>
      <p:sp>
        <p:nvSpPr>
          <p:cNvPr id="62" name="Text Placeholder 5">
            <a:extLst>
              <a:ext uri="{FF2B5EF4-FFF2-40B4-BE49-F238E27FC236}">
                <a16:creationId xmlns:a16="http://schemas.microsoft.com/office/drawing/2014/main" id="{DEC16EB0-BFED-FFC6-A8B3-B7F8061520DC}"/>
              </a:ext>
            </a:extLst>
          </p:cNvPr>
          <p:cNvSpPr>
            <a:spLocks noGrp="1"/>
          </p:cNvSpPr>
          <p:nvPr>
            <p:ph type="body" sz="quarter" idx="34" hasCustomPrompt="1"/>
          </p:nvPr>
        </p:nvSpPr>
        <p:spPr>
          <a:xfrm>
            <a:off x="442913" y="1847851"/>
            <a:ext cx="1884362" cy="1292598"/>
          </a:xfrm>
        </p:spPr>
        <p:txBody>
          <a:bodyPr/>
          <a:lstStyle>
            <a:lvl1pPr marL="270000" indent="-270000">
              <a:spcBef>
                <a:spcPts val="700"/>
              </a:spcBef>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a:defRPr/>
            </a:lvl5pPr>
          </a:lstStyle>
          <a:p>
            <a:pPr lvl="0"/>
            <a:r>
              <a:rPr lang="en-US" err="1"/>
              <a:t>Bulletpoint</a:t>
            </a:r>
            <a:endParaRPr lang="en-US"/>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71" name="Text Placeholder 5">
            <a:extLst>
              <a:ext uri="{FF2B5EF4-FFF2-40B4-BE49-F238E27FC236}">
                <a16:creationId xmlns:a16="http://schemas.microsoft.com/office/drawing/2014/main" id="{F4A69E4A-E9A0-8210-6902-2B6DF5DD71FB}"/>
              </a:ext>
            </a:extLst>
          </p:cNvPr>
          <p:cNvSpPr>
            <a:spLocks noGrp="1"/>
          </p:cNvSpPr>
          <p:nvPr>
            <p:ph type="body" sz="quarter" idx="36" hasCustomPrompt="1"/>
          </p:nvPr>
        </p:nvSpPr>
        <p:spPr>
          <a:xfrm>
            <a:off x="2798367"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2" name="Text Placeholder 5">
            <a:extLst>
              <a:ext uri="{FF2B5EF4-FFF2-40B4-BE49-F238E27FC236}">
                <a16:creationId xmlns:a16="http://schemas.microsoft.com/office/drawing/2014/main" id="{0DEB8868-C1DF-E44E-2998-105AD6825F79}"/>
              </a:ext>
            </a:extLst>
          </p:cNvPr>
          <p:cNvSpPr>
            <a:spLocks noGrp="1"/>
          </p:cNvSpPr>
          <p:nvPr>
            <p:ph type="body" sz="quarter" idx="37" hasCustomPrompt="1"/>
          </p:nvPr>
        </p:nvSpPr>
        <p:spPr>
          <a:xfrm>
            <a:off x="5153822"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3" name="Text Placeholder 5">
            <a:extLst>
              <a:ext uri="{FF2B5EF4-FFF2-40B4-BE49-F238E27FC236}">
                <a16:creationId xmlns:a16="http://schemas.microsoft.com/office/drawing/2014/main" id="{B49B5642-73AD-7EEF-1C11-BD30F0A372EB}"/>
              </a:ext>
            </a:extLst>
          </p:cNvPr>
          <p:cNvSpPr>
            <a:spLocks noGrp="1"/>
          </p:cNvSpPr>
          <p:nvPr>
            <p:ph type="body" sz="quarter" idx="38" hasCustomPrompt="1"/>
          </p:nvPr>
        </p:nvSpPr>
        <p:spPr>
          <a:xfrm>
            <a:off x="7509272"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4" name="Text Placeholder 5">
            <a:extLst>
              <a:ext uri="{FF2B5EF4-FFF2-40B4-BE49-F238E27FC236}">
                <a16:creationId xmlns:a16="http://schemas.microsoft.com/office/drawing/2014/main" id="{6EF55282-0D39-D732-10FD-A98BA0F1A123}"/>
              </a:ext>
            </a:extLst>
          </p:cNvPr>
          <p:cNvSpPr>
            <a:spLocks noGrp="1"/>
          </p:cNvSpPr>
          <p:nvPr>
            <p:ph type="body" sz="quarter" idx="39" hasCustomPrompt="1"/>
          </p:nvPr>
        </p:nvSpPr>
        <p:spPr>
          <a:xfrm>
            <a:off x="9864726"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 name="Text Placeholder 13">
            <a:extLst>
              <a:ext uri="{FF2B5EF4-FFF2-40B4-BE49-F238E27FC236}">
                <a16:creationId xmlns:a16="http://schemas.microsoft.com/office/drawing/2014/main" id="{C154C38E-51C7-362D-866B-15416F1F7D22}"/>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D386DEEC-6DE9-3710-DE8F-12CED11AAD14}"/>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1965433641"/>
      </p:ext>
    </p:extLst>
  </p:cSld>
  <p:clrMapOvr>
    <a:masterClrMapping/>
  </p:clrMapOvr>
  <p:extLst>
    <p:ext uri="{DCECCB84-F9BA-43D5-87BE-67443E8EF086}">
      <p15:sldGuideLst xmlns:p15="http://schemas.microsoft.com/office/powerpoint/2012/main">
        <p15:guide id="1" orient="horz" pos="1162">
          <p15:clr>
            <a:srgbClr val="FBAE40"/>
          </p15:clr>
        </p15:guide>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pos="1466">
          <p15:clr>
            <a:srgbClr val="FBAE40"/>
          </p15:clr>
        </p15:guide>
        <p15:guide id="7" pos="1763">
          <p15:clr>
            <a:srgbClr val="FBAE40"/>
          </p15:clr>
        </p15:guide>
        <p15:guide id="8" pos="4730">
          <p15:clr>
            <a:srgbClr val="FBAE40"/>
          </p15:clr>
        </p15:guide>
        <p15:guide id="9" pos="5918">
          <p15:clr>
            <a:srgbClr val="FBAE40"/>
          </p15:clr>
        </p15:guide>
        <p15:guide id="10" pos="3246">
          <p15:clr>
            <a:srgbClr val="FBAE40"/>
          </p15:clr>
        </p15:guide>
        <p15:guide id="11" pos="2949">
          <p15:clr>
            <a:srgbClr val="FBAE40"/>
          </p15:clr>
        </p15:guide>
        <p15:guide id="12" pos="4434">
          <p15:clr>
            <a:srgbClr val="FBAE40"/>
          </p15:clr>
        </p15:guide>
        <p15:guide id="13" pos="6215">
          <p15:clr>
            <a:srgbClr val="FBAE40"/>
          </p15:clr>
        </p15:guide>
        <p15:guide id="14" orient="horz" pos="357">
          <p15:clr>
            <a:srgbClr val="FBAE40"/>
          </p15:clr>
        </p15:guide>
        <p15:guide id="15" orient="horz" pos="273">
          <p15:clr>
            <a:srgbClr val="FBAE40"/>
          </p15:clr>
        </p15:guide>
        <p15:guide id="16" orient="horz" pos="394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4 Pictures +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125121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p:txBody>
          <a:bodyPr vert="horz"/>
          <a:lstStyle>
            <a:lvl1pPr rtl="0">
              <a:defRPr/>
            </a:lvl1pPr>
          </a:lstStyle>
          <a:p>
            <a:r>
              <a:rPr lang="en-US"/>
              <a:t>Click to edit Master title style</a:t>
            </a:r>
            <a:endParaRPr lang="en-GB"/>
          </a:p>
        </p:txBody>
      </p:sp>
      <p:sp>
        <p:nvSpPr>
          <p:cNvPr id="49" name="Picture Placeholder 59">
            <a:extLst>
              <a:ext uri="{FF2B5EF4-FFF2-40B4-BE49-F238E27FC236}">
                <a16:creationId xmlns:a16="http://schemas.microsoft.com/office/drawing/2014/main" id="{82001C16-62F9-CC8E-AEC6-FC293396838F}"/>
              </a:ext>
            </a:extLst>
          </p:cNvPr>
          <p:cNvSpPr>
            <a:spLocks noGrp="1" noChangeAspect="1"/>
          </p:cNvSpPr>
          <p:nvPr>
            <p:ph type="pic" sz="quarter" idx="22" hasCustomPrompt="1"/>
          </p:nvPr>
        </p:nvSpPr>
        <p:spPr>
          <a:xfrm>
            <a:off x="2798367"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1" name="Picture Placeholder 59">
            <a:extLst>
              <a:ext uri="{FF2B5EF4-FFF2-40B4-BE49-F238E27FC236}">
                <a16:creationId xmlns:a16="http://schemas.microsoft.com/office/drawing/2014/main" id="{72F1E429-2C8A-48C1-7823-5C1B3E71519D}"/>
              </a:ext>
            </a:extLst>
          </p:cNvPr>
          <p:cNvSpPr>
            <a:spLocks noGrp="1" noChangeAspect="1"/>
          </p:cNvSpPr>
          <p:nvPr>
            <p:ph type="pic" sz="quarter" idx="24" hasCustomPrompt="1"/>
          </p:nvPr>
        </p:nvSpPr>
        <p:spPr>
          <a:xfrm>
            <a:off x="5153821"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2" name="Picture Placeholder 59">
            <a:extLst>
              <a:ext uri="{FF2B5EF4-FFF2-40B4-BE49-F238E27FC236}">
                <a16:creationId xmlns:a16="http://schemas.microsoft.com/office/drawing/2014/main" id="{249BB2A9-18D2-69DA-D30B-1861DBCA2444}"/>
              </a:ext>
            </a:extLst>
          </p:cNvPr>
          <p:cNvSpPr>
            <a:spLocks noGrp="1" noChangeAspect="1"/>
          </p:cNvSpPr>
          <p:nvPr>
            <p:ph type="pic" sz="quarter" idx="26" hasCustomPrompt="1"/>
          </p:nvPr>
        </p:nvSpPr>
        <p:spPr>
          <a:xfrm>
            <a:off x="7509272"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3" name="Picture Placeholder 59">
            <a:extLst>
              <a:ext uri="{FF2B5EF4-FFF2-40B4-BE49-F238E27FC236}">
                <a16:creationId xmlns:a16="http://schemas.microsoft.com/office/drawing/2014/main" id="{473BB750-2F64-7AA6-FDF8-62368BFCF143}"/>
              </a:ext>
            </a:extLst>
          </p:cNvPr>
          <p:cNvSpPr>
            <a:spLocks noGrp="1" noChangeAspect="1"/>
          </p:cNvSpPr>
          <p:nvPr>
            <p:ph type="pic" sz="quarter" idx="28" hasCustomPrompt="1"/>
          </p:nvPr>
        </p:nvSpPr>
        <p:spPr>
          <a:xfrm>
            <a:off x="9864726" y="3859609"/>
            <a:ext cx="1884362" cy="1051755"/>
          </a:xfrm>
          <a:solidFill>
            <a:srgbClr val="E5E5E5"/>
          </a:solidFill>
        </p:spPr>
        <p:txBody>
          <a:bodyPr anchor="ctr">
            <a:noAutofit/>
          </a:bodyPr>
          <a:lstStyle>
            <a:lvl1pPr algn="ctr" rtl="0">
              <a:defRPr sz="1200">
                <a:solidFill>
                  <a:schemeClr val="bg1">
                    <a:lumMod val="75000"/>
                  </a:schemeClr>
                </a:solidFill>
              </a:defRPr>
            </a:lvl1pPr>
          </a:lstStyle>
          <a:p>
            <a:r>
              <a:rPr lang="en-GB"/>
              <a:t>Insert image here</a:t>
            </a:r>
          </a:p>
        </p:txBody>
      </p:sp>
      <p:sp>
        <p:nvSpPr>
          <p:cNvPr id="56" name="Table Placeholder 28">
            <a:extLst>
              <a:ext uri="{FF2B5EF4-FFF2-40B4-BE49-F238E27FC236}">
                <a16:creationId xmlns:a16="http://schemas.microsoft.com/office/drawing/2014/main" id="{DB28695F-07AE-8BDA-E834-6FED480F2E87}"/>
              </a:ext>
            </a:extLst>
          </p:cNvPr>
          <p:cNvSpPr>
            <a:spLocks noGrp="1"/>
          </p:cNvSpPr>
          <p:nvPr>
            <p:ph type="tbl" sz="quarter" idx="30" hasCustomPrompt="1"/>
          </p:nvPr>
        </p:nvSpPr>
        <p:spPr>
          <a:xfrm>
            <a:off x="2561021" y="1847851"/>
            <a:ext cx="3600" cy="3063513"/>
          </a:xfrm>
          <a:solidFill>
            <a:schemeClr val="tx1"/>
          </a:solidFill>
        </p:spPr>
        <p:txBody>
          <a:bodyPr>
            <a:noAutofit/>
          </a:bodyPr>
          <a:lstStyle>
            <a:lvl1pPr>
              <a:defRPr/>
            </a:lvl1pPr>
          </a:lstStyle>
          <a:p>
            <a:r>
              <a:rPr lang="en-GB"/>
              <a:t> </a:t>
            </a:r>
          </a:p>
        </p:txBody>
      </p:sp>
      <p:sp>
        <p:nvSpPr>
          <p:cNvPr id="57" name="Table Placeholder 28">
            <a:extLst>
              <a:ext uri="{FF2B5EF4-FFF2-40B4-BE49-F238E27FC236}">
                <a16:creationId xmlns:a16="http://schemas.microsoft.com/office/drawing/2014/main" id="{E87EE977-9854-81AA-C0CC-672F932F444F}"/>
              </a:ext>
            </a:extLst>
          </p:cNvPr>
          <p:cNvSpPr>
            <a:spLocks noGrp="1"/>
          </p:cNvSpPr>
          <p:nvPr>
            <p:ph type="tbl" sz="quarter" idx="31" hasCustomPrompt="1"/>
          </p:nvPr>
        </p:nvSpPr>
        <p:spPr>
          <a:xfrm>
            <a:off x="4916475" y="1847851"/>
            <a:ext cx="3600" cy="3063513"/>
          </a:xfrm>
          <a:solidFill>
            <a:schemeClr val="tx1"/>
          </a:solidFill>
        </p:spPr>
        <p:txBody>
          <a:bodyPr>
            <a:noAutofit/>
          </a:bodyPr>
          <a:lstStyle>
            <a:lvl1pPr>
              <a:defRPr/>
            </a:lvl1pPr>
          </a:lstStyle>
          <a:p>
            <a:r>
              <a:rPr lang="en-GB"/>
              <a:t> </a:t>
            </a:r>
          </a:p>
        </p:txBody>
      </p:sp>
      <p:sp>
        <p:nvSpPr>
          <p:cNvPr id="58" name="Table Placeholder 28">
            <a:extLst>
              <a:ext uri="{FF2B5EF4-FFF2-40B4-BE49-F238E27FC236}">
                <a16:creationId xmlns:a16="http://schemas.microsoft.com/office/drawing/2014/main" id="{96E4A292-1F9A-9D50-0309-FC6FEF11F23E}"/>
              </a:ext>
            </a:extLst>
          </p:cNvPr>
          <p:cNvSpPr>
            <a:spLocks noGrp="1"/>
          </p:cNvSpPr>
          <p:nvPr>
            <p:ph type="tbl" sz="quarter" idx="32" hasCustomPrompt="1"/>
          </p:nvPr>
        </p:nvSpPr>
        <p:spPr>
          <a:xfrm>
            <a:off x="7271929" y="1847851"/>
            <a:ext cx="3600" cy="3063513"/>
          </a:xfrm>
          <a:solidFill>
            <a:schemeClr val="tx1"/>
          </a:solidFill>
        </p:spPr>
        <p:txBody>
          <a:bodyPr>
            <a:noAutofit/>
          </a:bodyPr>
          <a:lstStyle>
            <a:lvl1pPr>
              <a:defRPr/>
            </a:lvl1pPr>
          </a:lstStyle>
          <a:p>
            <a:r>
              <a:rPr lang="en-GB"/>
              <a:t> </a:t>
            </a:r>
          </a:p>
        </p:txBody>
      </p:sp>
      <p:sp>
        <p:nvSpPr>
          <p:cNvPr id="59" name="Table Placeholder 28">
            <a:extLst>
              <a:ext uri="{FF2B5EF4-FFF2-40B4-BE49-F238E27FC236}">
                <a16:creationId xmlns:a16="http://schemas.microsoft.com/office/drawing/2014/main" id="{27A4E506-E0F3-B570-8D10-8AFB0E5A394D}"/>
              </a:ext>
            </a:extLst>
          </p:cNvPr>
          <p:cNvSpPr>
            <a:spLocks noGrp="1"/>
          </p:cNvSpPr>
          <p:nvPr>
            <p:ph type="tbl" sz="quarter" idx="33" hasCustomPrompt="1"/>
          </p:nvPr>
        </p:nvSpPr>
        <p:spPr>
          <a:xfrm>
            <a:off x="9627383" y="1847851"/>
            <a:ext cx="3600" cy="3063513"/>
          </a:xfrm>
          <a:solidFill>
            <a:schemeClr val="tx1"/>
          </a:solidFill>
        </p:spPr>
        <p:txBody>
          <a:bodyPr>
            <a:noAutofit/>
          </a:bodyPr>
          <a:lstStyle>
            <a:lvl1pPr>
              <a:defRPr/>
            </a:lvl1pPr>
          </a:lstStyle>
          <a:p>
            <a:r>
              <a:rPr lang="en-GB"/>
              <a:t> </a:t>
            </a:r>
          </a:p>
        </p:txBody>
      </p:sp>
      <p:sp>
        <p:nvSpPr>
          <p:cNvPr id="62" name="Text Placeholder 5">
            <a:extLst>
              <a:ext uri="{FF2B5EF4-FFF2-40B4-BE49-F238E27FC236}">
                <a16:creationId xmlns:a16="http://schemas.microsoft.com/office/drawing/2014/main" id="{DEC16EB0-BFED-FFC6-A8B3-B7F8061520DC}"/>
              </a:ext>
            </a:extLst>
          </p:cNvPr>
          <p:cNvSpPr>
            <a:spLocks noGrp="1"/>
          </p:cNvSpPr>
          <p:nvPr>
            <p:ph type="body" sz="quarter" idx="34" hasCustomPrompt="1"/>
          </p:nvPr>
        </p:nvSpPr>
        <p:spPr>
          <a:xfrm>
            <a:off x="442913" y="1847851"/>
            <a:ext cx="1884362" cy="1292598"/>
          </a:xfrm>
        </p:spPr>
        <p:txBody>
          <a:bodyPr/>
          <a:lstStyle>
            <a:lvl1pPr marL="270000" indent="-270000">
              <a:spcBef>
                <a:spcPts val="700"/>
              </a:spcBef>
              <a:buFont typeface="Arial" panose="020B0604020202020204" pitchFamily="34" charset="0"/>
              <a:buChar char="→"/>
              <a:defRPr/>
            </a:lvl1pPr>
            <a:lvl2pPr>
              <a:defRPr b="0"/>
            </a:lvl2pPr>
            <a:lvl3pPr marL="108000" indent="-108000">
              <a:buFont typeface="Arial" panose="020B0604020202020204" pitchFamily="34" charset="0"/>
              <a:buChar char="•"/>
              <a:defRPr/>
            </a:lvl3pPr>
            <a:lvl4pPr marL="252000" indent="-144000">
              <a:buFont typeface="Arial" panose="020B0604020202020204" pitchFamily="34" charset="0"/>
              <a:buChar char="–"/>
              <a:defRPr/>
            </a:lvl4pPr>
            <a:lvl5pPr marL="360000">
              <a:defRPr/>
            </a:lvl5pPr>
          </a:lstStyle>
          <a:p>
            <a:pPr lvl="0"/>
            <a:r>
              <a:rPr lang="en-US" err="1"/>
              <a:t>Bulletpoint</a:t>
            </a:r>
            <a:endParaRPr lang="en-US"/>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71" name="Text Placeholder 5">
            <a:extLst>
              <a:ext uri="{FF2B5EF4-FFF2-40B4-BE49-F238E27FC236}">
                <a16:creationId xmlns:a16="http://schemas.microsoft.com/office/drawing/2014/main" id="{F4A69E4A-E9A0-8210-6902-2B6DF5DD71FB}"/>
              </a:ext>
            </a:extLst>
          </p:cNvPr>
          <p:cNvSpPr>
            <a:spLocks noGrp="1"/>
          </p:cNvSpPr>
          <p:nvPr>
            <p:ph type="body" sz="quarter" idx="36" hasCustomPrompt="1"/>
          </p:nvPr>
        </p:nvSpPr>
        <p:spPr>
          <a:xfrm>
            <a:off x="2798367"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2" name="Text Placeholder 5">
            <a:extLst>
              <a:ext uri="{FF2B5EF4-FFF2-40B4-BE49-F238E27FC236}">
                <a16:creationId xmlns:a16="http://schemas.microsoft.com/office/drawing/2014/main" id="{0DEB8868-C1DF-E44E-2998-105AD6825F79}"/>
              </a:ext>
            </a:extLst>
          </p:cNvPr>
          <p:cNvSpPr>
            <a:spLocks noGrp="1"/>
          </p:cNvSpPr>
          <p:nvPr>
            <p:ph type="body" sz="quarter" idx="37" hasCustomPrompt="1"/>
          </p:nvPr>
        </p:nvSpPr>
        <p:spPr>
          <a:xfrm>
            <a:off x="5153822"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3" name="Text Placeholder 5">
            <a:extLst>
              <a:ext uri="{FF2B5EF4-FFF2-40B4-BE49-F238E27FC236}">
                <a16:creationId xmlns:a16="http://schemas.microsoft.com/office/drawing/2014/main" id="{B49B5642-73AD-7EEF-1C11-BD30F0A372EB}"/>
              </a:ext>
            </a:extLst>
          </p:cNvPr>
          <p:cNvSpPr>
            <a:spLocks noGrp="1"/>
          </p:cNvSpPr>
          <p:nvPr>
            <p:ph type="body" sz="quarter" idx="38" hasCustomPrompt="1"/>
          </p:nvPr>
        </p:nvSpPr>
        <p:spPr>
          <a:xfrm>
            <a:off x="7509272"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4" name="Text Placeholder 5">
            <a:extLst>
              <a:ext uri="{FF2B5EF4-FFF2-40B4-BE49-F238E27FC236}">
                <a16:creationId xmlns:a16="http://schemas.microsoft.com/office/drawing/2014/main" id="{6EF55282-0D39-D732-10FD-A98BA0F1A123}"/>
              </a:ext>
            </a:extLst>
          </p:cNvPr>
          <p:cNvSpPr>
            <a:spLocks noGrp="1"/>
          </p:cNvSpPr>
          <p:nvPr>
            <p:ph type="body" sz="quarter" idx="39" hasCustomPrompt="1"/>
          </p:nvPr>
        </p:nvSpPr>
        <p:spPr>
          <a:xfrm>
            <a:off x="9864726" y="1847851"/>
            <a:ext cx="1884362" cy="1446486"/>
          </a:xfrm>
        </p:spPr>
        <p:txBody>
          <a:bodyPr/>
          <a:lstStyle>
            <a:lvl1pPr marL="0" indent="0">
              <a:lnSpc>
                <a:spcPct val="95000"/>
              </a:lnSpc>
              <a:spcBef>
                <a:spcPts val="2700"/>
              </a:spcBef>
              <a:buFont typeface="Arial" panose="020B0604020202020204" pitchFamily="34" charset="0"/>
              <a:buNone/>
              <a:defRPr sz="1600">
                <a:solidFill>
                  <a:schemeClr val="tx1"/>
                </a:solidFill>
              </a:defRPr>
            </a:lvl1pPr>
            <a:lvl2pPr marL="0" indent="0">
              <a:lnSpc>
                <a:spcPct val="105000"/>
              </a:lnSpc>
              <a:spcBef>
                <a:spcPts val="2000"/>
              </a:spcBef>
              <a:buFont typeface="Wingdings 2" panose="05020102010507070707" pitchFamily="18" charset="2"/>
              <a:buNone/>
              <a:defRPr sz="1200" b="0">
                <a:solidFill>
                  <a:schemeClr val="tx1"/>
                </a:solidFill>
              </a:defRPr>
            </a:lvl2pPr>
            <a:lvl3pPr marL="108000" indent="-108000">
              <a:lnSpc>
                <a:spcPct val="105000"/>
              </a:lnSpc>
              <a:spcBef>
                <a:spcPts val="0"/>
              </a:spcBef>
              <a:buFont typeface="Arial" panose="020B0604020202020204" pitchFamily="34" charset="0"/>
              <a:buChar char="•"/>
              <a:defRPr sz="1200">
                <a:solidFill>
                  <a:schemeClr val="tx1"/>
                </a:solidFill>
              </a:defRPr>
            </a:lvl3pPr>
            <a:lvl4pPr marL="252000" indent="-144000">
              <a:lnSpc>
                <a:spcPct val="105000"/>
              </a:lnSpc>
              <a:spcBef>
                <a:spcPts val="0"/>
              </a:spcBef>
              <a:buFont typeface="Arial" panose="020B0604020202020204" pitchFamily="34" charset="0"/>
              <a:buChar char="–"/>
              <a:defRPr sz="1200">
                <a:solidFill>
                  <a:schemeClr val="tx1"/>
                </a:solidFill>
              </a:defRPr>
            </a:lvl4pPr>
            <a:lvl5pPr marL="360000" indent="-108000">
              <a:lnSpc>
                <a:spcPct val="105000"/>
              </a:lnSpc>
              <a:spcBef>
                <a:spcPts val="0"/>
              </a:spcBef>
              <a:defRPr sz="1200">
                <a:solidFill>
                  <a:schemeClr val="tx1"/>
                </a:solidFill>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 name="Text Placeholder 13">
            <a:extLst>
              <a:ext uri="{FF2B5EF4-FFF2-40B4-BE49-F238E27FC236}">
                <a16:creationId xmlns:a16="http://schemas.microsoft.com/office/drawing/2014/main" id="{C154C38E-51C7-362D-866B-15416F1F7D22}"/>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D386DEEC-6DE9-3710-DE8F-12CED11AAD14}"/>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322039754"/>
      </p:ext>
    </p:extLst>
  </p:cSld>
  <p:clrMapOvr>
    <a:masterClrMapping/>
  </p:clrMapOvr>
  <p:extLst>
    <p:ext uri="{DCECCB84-F9BA-43D5-87BE-67443E8EF086}">
      <p15:sldGuideLst xmlns:p15="http://schemas.microsoft.com/office/powerpoint/2012/main">
        <p15:guide id="1" orient="horz" pos="1162">
          <p15:clr>
            <a:srgbClr val="FBAE40"/>
          </p15:clr>
        </p15:guide>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pos="1466">
          <p15:clr>
            <a:srgbClr val="FBAE40"/>
          </p15:clr>
        </p15:guide>
        <p15:guide id="7" pos="1763">
          <p15:clr>
            <a:srgbClr val="FBAE40"/>
          </p15:clr>
        </p15:guide>
        <p15:guide id="8" pos="4730">
          <p15:clr>
            <a:srgbClr val="FBAE40"/>
          </p15:clr>
        </p15:guide>
        <p15:guide id="9" pos="5918">
          <p15:clr>
            <a:srgbClr val="FBAE40"/>
          </p15:clr>
        </p15:guide>
        <p15:guide id="10" pos="3246">
          <p15:clr>
            <a:srgbClr val="FBAE40"/>
          </p15:clr>
        </p15:guide>
        <p15:guide id="11" pos="2949">
          <p15:clr>
            <a:srgbClr val="FBAE40"/>
          </p15:clr>
        </p15:guide>
        <p15:guide id="12" pos="4434">
          <p15:clr>
            <a:srgbClr val="FBAE40"/>
          </p15:clr>
        </p15:guide>
        <p15:guide id="13" pos="6215">
          <p15:clr>
            <a:srgbClr val="FBAE40"/>
          </p15:clr>
        </p15:guide>
        <p15:guide id="14" orient="horz" pos="357">
          <p15:clr>
            <a:srgbClr val="FBAE40"/>
          </p15:clr>
        </p15:guide>
        <p15:guide id="15" orient="horz" pos="273">
          <p15:clr>
            <a:srgbClr val="FBAE40"/>
          </p15:clr>
        </p15:guide>
        <p15:guide id="16" orient="horz" pos="394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32449320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5" name="Picture Placeholder 59">
            <a:extLst>
              <a:ext uri="{FF2B5EF4-FFF2-40B4-BE49-F238E27FC236}">
                <a16:creationId xmlns:a16="http://schemas.microsoft.com/office/drawing/2014/main" id="{2BD620B2-12C6-A6A3-975E-C9B7EE6D8ED7}"/>
              </a:ext>
            </a:extLst>
          </p:cNvPr>
          <p:cNvSpPr>
            <a:spLocks noGrp="1" noChangeAspect="1"/>
          </p:cNvSpPr>
          <p:nvPr>
            <p:ph type="pic" sz="quarter" idx="19" hasCustomPrompt="1"/>
          </p:nvPr>
        </p:nvSpPr>
        <p:spPr>
          <a:xfrm>
            <a:off x="-1" y="-1"/>
            <a:ext cx="12192000" cy="6858000"/>
          </a:xfrm>
          <a:blipFill>
            <a:blip r:embed="rId5"/>
            <a:stretch>
              <a:fillRect/>
            </a:stretch>
          </a:blipFill>
        </p:spPr>
        <p:txBody>
          <a:bodyPr anchor="ctr">
            <a:noAutofit/>
          </a:bodyPr>
          <a:lstStyle>
            <a:lvl1pPr algn="ctr" rtl="0">
              <a:defRPr sz="3000">
                <a:solidFill>
                  <a:schemeClr val="bg1">
                    <a:lumMod val="75000"/>
                  </a:schemeClr>
                </a:solidFill>
              </a:defRPr>
            </a:lvl1pPr>
          </a:lstStyle>
          <a:p>
            <a:r>
              <a:rPr lang="en-GB"/>
              <a:t>Insert image here</a:t>
            </a:r>
          </a:p>
        </p:txBody>
      </p:sp>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a:xfrm>
            <a:off x="2327274" y="378932"/>
            <a:ext cx="9421814" cy="692497"/>
          </a:xfrm>
        </p:spPr>
        <p:txBody>
          <a:bodyPr vert="horz"/>
          <a:lstStyle>
            <a:lvl1pPr rtl="0">
              <a:lnSpc>
                <a:spcPct val="90000"/>
              </a:lnSpc>
              <a:defRPr sz="5000"/>
            </a:lvl1pPr>
          </a:lstStyle>
          <a:p>
            <a:r>
              <a:rPr lang="en-US"/>
              <a:t>Click to edit Master title style</a:t>
            </a:r>
            <a:endParaRPr lang="en-GB"/>
          </a:p>
        </p:txBody>
      </p:sp>
      <p:sp>
        <p:nvSpPr>
          <p:cNvPr id="58" name="Text Placeholder 5">
            <a:extLst>
              <a:ext uri="{FF2B5EF4-FFF2-40B4-BE49-F238E27FC236}">
                <a16:creationId xmlns:a16="http://schemas.microsoft.com/office/drawing/2014/main" id="{E381CBA1-63BC-0920-72F8-B763368E0B07}"/>
              </a:ext>
            </a:extLst>
          </p:cNvPr>
          <p:cNvSpPr>
            <a:spLocks noGrp="1"/>
          </p:cNvSpPr>
          <p:nvPr>
            <p:ph type="body" sz="quarter" idx="15" hasCustomPrompt="1"/>
          </p:nvPr>
        </p:nvSpPr>
        <p:spPr>
          <a:xfrm>
            <a:off x="2327272" y="2144473"/>
            <a:ext cx="3768727" cy="1095039"/>
          </a:xfrm>
        </p:spPr>
        <p:txBody>
          <a:bodyPr tIns="36000"/>
          <a:lstStyle>
            <a:lvl1pPr marL="0" indent="0">
              <a:lnSpc>
                <a:spcPct val="105000"/>
              </a:lnSpc>
              <a:spcBef>
                <a:spcPts val="200"/>
              </a:spcBef>
              <a:buFont typeface="Wingdings 2" panose="05020102010507070707" pitchFamily="18" charset="2"/>
              <a:buNone/>
              <a:defRPr sz="1200" b="0">
                <a:solidFill>
                  <a:schemeClr val="tx1"/>
                </a:solidFill>
              </a:defRPr>
            </a:lvl1pPr>
            <a:lvl2pPr marL="0" indent="0">
              <a:lnSpc>
                <a:spcPct val="105000"/>
              </a:lnSpc>
              <a:spcBef>
                <a:spcPts val="200"/>
              </a:spcBef>
              <a:buFont typeface="Wingdings 2" panose="05020102010507070707" pitchFamily="18" charset="2"/>
              <a:buNone/>
              <a:defRPr sz="1200" b="0">
                <a:solidFill>
                  <a:schemeClr val="tx1"/>
                </a:solidFill>
              </a:defRPr>
            </a:lvl2pPr>
            <a:lvl3pPr marL="0" indent="0">
              <a:lnSpc>
                <a:spcPct val="105000"/>
              </a:lnSpc>
              <a:spcBef>
                <a:spcPts val="200"/>
              </a:spcBef>
              <a:buFont typeface="Arial" panose="020B0604020202020204" pitchFamily="34" charset="0"/>
              <a:buNone/>
              <a:defRPr sz="1200">
                <a:solidFill>
                  <a:schemeClr val="tx1"/>
                </a:solidFill>
              </a:defRPr>
            </a:lvl3pPr>
            <a:lvl4pPr marL="0" indent="0">
              <a:lnSpc>
                <a:spcPct val="105000"/>
              </a:lnSpc>
              <a:spcBef>
                <a:spcPts val="200"/>
              </a:spcBef>
              <a:buFont typeface="Arial" panose="020B0604020202020204" pitchFamily="34" charset="0"/>
              <a:buNone/>
              <a:defRPr sz="1200">
                <a:solidFill>
                  <a:schemeClr val="tx1"/>
                </a:solidFill>
              </a:defRPr>
            </a:lvl4pPr>
            <a:lvl5pPr marL="0" indent="0">
              <a:lnSpc>
                <a:spcPct val="105000"/>
              </a:lnSpc>
              <a:spcBef>
                <a:spcPts val="200"/>
              </a:spcBef>
              <a:buNone/>
              <a:defRPr sz="1200">
                <a:solidFill>
                  <a:schemeClr val="tx1"/>
                </a:solidFill>
              </a:defRPr>
            </a:lvl5pPr>
          </a:lstStyle>
          <a:p>
            <a:pPr lvl="0"/>
            <a:r>
              <a:rPr lang="en-US"/>
              <a:t>Company name</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able Placeholder 28">
            <a:extLst>
              <a:ext uri="{FF2B5EF4-FFF2-40B4-BE49-F238E27FC236}">
                <a16:creationId xmlns:a16="http://schemas.microsoft.com/office/drawing/2014/main" id="{A67F6280-7B85-9917-7402-200B28416C0A}"/>
              </a:ext>
            </a:extLst>
          </p:cNvPr>
          <p:cNvSpPr>
            <a:spLocks noGrp="1"/>
          </p:cNvSpPr>
          <p:nvPr>
            <p:ph type="tbl" sz="quarter" idx="30" hasCustomPrompt="1"/>
          </p:nvPr>
        </p:nvSpPr>
        <p:spPr>
          <a:xfrm>
            <a:off x="1854384" y="455611"/>
            <a:ext cx="3600" cy="5946234"/>
          </a:xfrm>
          <a:solidFill>
            <a:schemeClr val="tx1"/>
          </a:solidFill>
        </p:spPr>
        <p:txBody>
          <a:bodyPr>
            <a:noAutofit/>
          </a:bodyPr>
          <a:lstStyle>
            <a:lvl1pPr>
              <a:defRPr/>
            </a:lvl1pPr>
          </a:lstStyle>
          <a:p>
            <a:r>
              <a:rPr lang="en-GB"/>
              <a:t> </a:t>
            </a:r>
          </a:p>
        </p:txBody>
      </p:sp>
      <p:sp>
        <p:nvSpPr>
          <p:cNvPr id="13" name="Text Placeholder 13">
            <a:extLst>
              <a:ext uri="{FF2B5EF4-FFF2-40B4-BE49-F238E27FC236}">
                <a16:creationId xmlns:a16="http://schemas.microsoft.com/office/drawing/2014/main" id="{F2C7483F-95E6-D74E-363A-17C599887223}"/>
              </a:ext>
            </a:extLst>
          </p:cNvPr>
          <p:cNvSpPr>
            <a:spLocks noGrp="1"/>
          </p:cNvSpPr>
          <p:nvPr>
            <p:ph type="body" sz="quarter" idx="41" hasCustomPrompt="1"/>
          </p:nvPr>
        </p:nvSpPr>
        <p:spPr>
          <a:xfrm>
            <a:off x="442914" y="434153"/>
            <a:ext cx="1413271"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3" name="Media Placeholder 55">
            <a:extLst>
              <a:ext uri="{FF2B5EF4-FFF2-40B4-BE49-F238E27FC236}">
                <a16:creationId xmlns:a16="http://schemas.microsoft.com/office/drawing/2014/main" id="{FFED51FF-CE2C-8CE6-EE82-D378D09674E7}"/>
              </a:ext>
            </a:extLst>
          </p:cNvPr>
          <p:cNvSpPr>
            <a:spLocks noGrp="1" noChangeAspect="1"/>
          </p:cNvSpPr>
          <p:nvPr>
            <p:ph type="media" sz="quarter" idx="20" hasCustomPrompt="1"/>
          </p:nvPr>
        </p:nvSpPr>
        <p:spPr>
          <a:xfrm>
            <a:off x="442913" y="6260677"/>
            <a:ext cx="932104" cy="141170"/>
          </a:xfrm>
          <a:blipFill>
            <a:blip r:embed="rId6">
              <a:extLst>
                <a:ext uri="{96DAC541-7B7A-43D3-8B79-37D633B846F1}">
                  <asvg:svgBlip xmlns:asvg="http://schemas.microsoft.com/office/drawing/2016/SVG/main" r:embed="rId7"/>
                </a:ext>
              </a:extLst>
            </a:blip>
            <a:stretch>
              <a:fillRect/>
            </a:stretch>
          </a:blipFill>
        </p:spPr>
        <p:txBody>
          <a:bodyPr>
            <a:noAutofit/>
          </a:bodyPr>
          <a:lstStyle>
            <a:lvl1pPr rtl="0">
              <a:defRPr/>
            </a:lvl1pPr>
          </a:lstStyle>
          <a:p>
            <a:r>
              <a:rPr lang="en-GB"/>
              <a:t> </a:t>
            </a:r>
          </a:p>
        </p:txBody>
      </p:sp>
      <p:sp>
        <p:nvSpPr>
          <p:cNvPr id="6" name="Slide Number Placeholder 5">
            <a:extLst>
              <a:ext uri="{FF2B5EF4-FFF2-40B4-BE49-F238E27FC236}">
                <a16:creationId xmlns:a16="http://schemas.microsoft.com/office/drawing/2014/main" id="{9DE2BBC7-F91F-0089-BBA2-43A4F521E8F7}"/>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1787340281"/>
      </p:ext>
    </p:extLst>
  </p:cSld>
  <p:clrMapOvr>
    <a:masterClrMapping/>
  </p:clrMapOvr>
  <p:extLst>
    <p:ext uri="{DCECCB84-F9BA-43D5-87BE-67443E8EF086}">
      <p15:sldGuideLst xmlns:p15="http://schemas.microsoft.com/office/powerpoint/2012/main">
        <p15:guide id="1" orient="horz" pos="1389">
          <p15:clr>
            <a:srgbClr val="FBAE40"/>
          </p15:clr>
        </p15:guide>
        <p15:guide id="3" orient="horz" pos="3861">
          <p15:clr>
            <a:srgbClr val="FBAE40"/>
          </p15:clr>
        </p15:guide>
        <p15:guide id="4" pos="279">
          <p15:clr>
            <a:srgbClr val="FBAE40"/>
          </p15:clr>
        </p15:guide>
        <p15:guide id="5" pos="7401">
          <p15:clr>
            <a:srgbClr val="FBAE40"/>
          </p15:clr>
        </p15:guide>
        <p15:guide id="6" orient="horz" pos="287">
          <p15:clr>
            <a:srgbClr val="FBAE40"/>
          </p15:clr>
        </p15:guide>
        <p15:guide id="7" orient="horz" pos="357">
          <p15:clr>
            <a:srgbClr val="FBAE40"/>
          </p15:clr>
        </p15:guide>
        <p15:guide id="8" orient="horz" pos="3942">
          <p15:clr>
            <a:srgbClr val="FBAE40"/>
          </p15:clr>
        </p15:guide>
        <p15:guide id="9" orient="horz" pos="4032">
          <p15:clr>
            <a:srgbClr val="FBAE40"/>
          </p15:clr>
        </p15:guide>
        <p15:guide id="10" pos="146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29790643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p:txBody>
          <a:bodyPr vert="horz"/>
          <a:lstStyle>
            <a:lvl1pPr rtl="0">
              <a:defRPr/>
            </a:lvl1pPr>
          </a:lstStyle>
          <a:p>
            <a:r>
              <a:rPr lang="en-US"/>
              <a:t>Click to edit Master title style</a:t>
            </a:r>
            <a:endParaRPr lang="en-GB"/>
          </a:p>
        </p:txBody>
      </p:sp>
      <p:sp>
        <p:nvSpPr>
          <p:cNvPr id="3" name="Text Placeholder 13">
            <a:extLst>
              <a:ext uri="{FF2B5EF4-FFF2-40B4-BE49-F238E27FC236}">
                <a16:creationId xmlns:a16="http://schemas.microsoft.com/office/drawing/2014/main" id="{52A24506-DCE3-1E10-8C1D-C74CE258D3F0}"/>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BC65F780-62D6-0E2E-CE55-DB50496D4E34}"/>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2851146133"/>
      </p:ext>
    </p:extLst>
  </p:cSld>
  <p:clrMapOvr>
    <a:masterClrMapping/>
  </p:clrMapOvr>
  <p:extLst>
    <p:ext uri="{DCECCB84-F9BA-43D5-87BE-67443E8EF086}">
      <p15:sldGuideLst xmlns:p15="http://schemas.microsoft.com/office/powerpoint/2012/main">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orient="horz" pos="1162">
          <p15:clr>
            <a:srgbClr val="FBAE40"/>
          </p15:clr>
        </p15:guide>
        <p15:guide id="7" orient="horz" pos="357">
          <p15:clr>
            <a:srgbClr val="FBAE40"/>
          </p15:clr>
        </p15:guide>
        <p15:guide id="8" orient="horz" pos="273">
          <p15:clr>
            <a:srgbClr val="FBAE40"/>
          </p15:clr>
        </p15:guide>
        <p15:guide id="9" orient="horz" pos="394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3473560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p:txBody>
          <a:bodyPr vert="horz"/>
          <a:lstStyle>
            <a:lvl1pPr rtl="0">
              <a:defRPr/>
            </a:lvl1pPr>
          </a:lstStyle>
          <a:p>
            <a:r>
              <a:rPr lang="en-US"/>
              <a:t>Click to edit Master title style</a:t>
            </a:r>
            <a:endParaRPr lang="en-GB"/>
          </a:p>
        </p:txBody>
      </p:sp>
      <p:sp>
        <p:nvSpPr>
          <p:cNvPr id="3" name="Text Placeholder 13">
            <a:extLst>
              <a:ext uri="{FF2B5EF4-FFF2-40B4-BE49-F238E27FC236}">
                <a16:creationId xmlns:a16="http://schemas.microsoft.com/office/drawing/2014/main" id="{52A24506-DCE3-1E10-8C1D-C74CE258D3F0}"/>
              </a:ext>
            </a:extLst>
          </p:cNvPr>
          <p:cNvSpPr>
            <a:spLocks noGrp="1"/>
          </p:cNvSpPr>
          <p:nvPr>
            <p:ph type="body" sz="quarter" idx="41" hasCustomPrompt="1"/>
          </p:nvPr>
        </p:nvSpPr>
        <p:spPr>
          <a:xfrm>
            <a:off x="442913" y="434153"/>
            <a:ext cx="4972050" cy="131574"/>
          </a:xfrm>
        </p:spPr>
        <p:txBody>
          <a:bodyPr anchor="ctr"/>
          <a:lstStyle>
            <a:lvl1pPr>
              <a:defRPr sz="900"/>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BC65F780-62D6-0E2E-CE55-DB50496D4E34}"/>
              </a:ext>
            </a:extLst>
          </p:cNvPr>
          <p:cNvSpPr>
            <a:spLocks noGrp="1"/>
          </p:cNvSpPr>
          <p:nvPr>
            <p:ph type="sldNum" sz="quarter" idx="42"/>
          </p:nvPr>
        </p:nvSpPr>
        <p:spPr/>
        <p:txBody>
          <a:bodyPr/>
          <a:lstStyle/>
          <a:p>
            <a:fld id="{AC23F07A-CEC6-4CA8-9EF8-AC37F6E73B6A}" type="slidenum">
              <a:rPr lang="en-GB" smtClean="0"/>
              <a:pPr/>
              <a:t>‹#›</a:t>
            </a:fld>
            <a:endParaRPr lang="en-GB"/>
          </a:p>
        </p:txBody>
      </p:sp>
    </p:spTree>
    <p:extLst>
      <p:ext uri="{BB962C8B-B14F-4D97-AF65-F5344CB8AC3E}">
        <p14:creationId xmlns:p14="http://schemas.microsoft.com/office/powerpoint/2010/main" val="767788781"/>
      </p:ext>
    </p:extLst>
  </p:cSld>
  <p:clrMapOvr>
    <a:masterClrMapping/>
  </p:clrMapOvr>
  <p:extLst>
    <p:ext uri="{DCECCB84-F9BA-43D5-87BE-67443E8EF086}">
      <p15:sldGuideLst xmlns:p15="http://schemas.microsoft.com/office/powerpoint/2012/main">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orient="horz" pos="1162">
          <p15:clr>
            <a:srgbClr val="FBAE40"/>
          </p15:clr>
        </p15:guide>
        <p15:guide id="7" orient="horz" pos="357">
          <p15:clr>
            <a:srgbClr val="FBAE40"/>
          </p15:clr>
        </p15:guide>
        <p15:guide id="8" orient="horz" pos="273">
          <p15:clr>
            <a:srgbClr val="FBAE40"/>
          </p15:clr>
        </p15:guide>
        <p15:guide id="9" orient="horz" pos="39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8B7FD0-81B2-1A84-6A2E-79D8DBBD18B2}"/>
              </a:ext>
            </a:extLst>
          </p:cNvPr>
          <p:cNvGraphicFramePr>
            <a:graphicFrameLocks noChangeAspect="1"/>
          </p:cNvGraphicFramePr>
          <p:nvPr userDrawn="1">
            <p:custDataLst>
              <p:tags r:id="rId1"/>
            </p:custDataLst>
            <p:extLst>
              <p:ext uri="{D42A27DB-BD31-4B8C-83A1-F6EECF244321}">
                <p14:modId xmlns:p14="http://schemas.microsoft.com/office/powerpoint/2010/main" val="3739680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1" imgH="257" progId="TCLayout.ActiveDocument.1">
                  <p:embed/>
                </p:oleObj>
              </mc:Choice>
              <mc:Fallback>
                <p:oleObj name="think-cell Slide" r:id="rId3" imgW="261" imgH="257" progId="TCLayout.ActiveDocument.1">
                  <p:embed/>
                  <p:pic>
                    <p:nvPicPr>
                      <p:cNvPr id="8" name="think-cell data - do not delete" hidden="1">
                        <a:extLst>
                          <a:ext uri="{FF2B5EF4-FFF2-40B4-BE49-F238E27FC236}">
                            <a16:creationId xmlns:a16="http://schemas.microsoft.com/office/drawing/2014/main" id="{A98B7FD0-81B2-1A84-6A2E-79D8DBBD1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D1B0C9-0CCD-6B1A-F332-FAD5B18A21BE}"/>
              </a:ext>
            </a:extLst>
          </p:cNvPr>
          <p:cNvSpPr>
            <a:spLocks noGrp="1"/>
          </p:cNvSpPr>
          <p:nvPr>
            <p:ph type="title"/>
          </p:nvPr>
        </p:nvSpPr>
        <p:spPr/>
        <p:txBody>
          <a:bodyPr vert="horz"/>
          <a:lstStyle>
            <a:lvl1pPr rtl="0">
              <a:defRPr>
                <a:solidFill>
                  <a:schemeClr val="bg1"/>
                </a:solidFill>
              </a:defRPr>
            </a:lvl1pPr>
          </a:lstStyle>
          <a:p>
            <a:r>
              <a:rPr lang="en-US"/>
              <a:t>Click to edit Master title style</a:t>
            </a:r>
            <a:endParaRPr lang="en-GB"/>
          </a:p>
        </p:txBody>
      </p:sp>
      <p:pic>
        <p:nvPicPr>
          <p:cNvPr id="4" name="Graphic 3">
            <a:extLst>
              <a:ext uri="{FF2B5EF4-FFF2-40B4-BE49-F238E27FC236}">
                <a16:creationId xmlns:a16="http://schemas.microsoft.com/office/drawing/2014/main" id="{29DCC3DA-D27E-4438-C564-F71EBBC5700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42913" y="6260677"/>
            <a:ext cx="932104" cy="141170"/>
          </a:xfrm>
          <a:prstGeom prst="rect">
            <a:avLst/>
          </a:prstGeom>
        </p:spPr>
      </p:pic>
      <p:sp>
        <p:nvSpPr>
          <p:cNvPr id="6" name="Text Placeholder 13">
            <a:extLst>
              <a:ext uri="{FF2B5EF4-FFF2-40B4-BE49-F238E27FC236}">
                <a16:creationId xmlns:a16="http://schemas.microsoft.com/office/drawing/2014/main" id="{E4D53FF7-3F20-6ECB-6625-643176996BB8}"/>
              </a:ext>
            </a:extLst>
          </p:cNvPr>
          <p:cNvSpPr>
            <a:spLocks noGrp="1"/>
          </p:cNvSpPr>
          <p:nvPr>
            <p:ph type="body" sz="quarter" idx="41" hasCustomPrompt="1"/>
          </p:nvPr>
        </p:nvSpPr>
        <p:spPr>
          <a:xfrm>
            <a:off x="442913" y="434153"/>
            <a:ext cx="4972050" cy="131574"/>
          </a:xfrm>
        </p:spPr>
        <p:txBody>
          <a:bodyPr anchor="ctr"/>
          <a:lstStyle>
            <a:lvl1pPr>
              <a:defRPr sz="900">
                <a:solidFill>
                  <a:schemeClr val="bg1"/>
                </a:solidFill>
              </a:defRPr>
            </a:lvl1pPr>
            <a:lvl2pPr>
              <a:defRPr sz="1200"/>
            </a:lvl2pPr>
            <a:lvl3pPr>
              <a:defRPr sz="1200"/>
            </a:lvl3pPr>
            <a:lvl4pPr>
              <a:defRPr sz="1200"/>
            </a:lvl4pPr>
            <a:lvl5pPr>
              <a:defRPr sz="1200"/>
            </a:lvl5pPr>
          </a:lstStyle>
          <a:p>
            <a:pPr lvl="0"/>
            <a:r>
              <a:rPr lang="en-US"/>
              <a:t>Insert Chapter title here</a:t>
            </a:r>
          </a:p>
        </p:txBody>
      </p:sp>
      <p:sp>
        <p:nvSpPr>
          <p:cNvPr id="5" name="Slide Number Placeholder 4">
            <a:extLst>
              <a:ext uri="{FF2B5EF4-FFF2-40B4-BE49-F238E27FC236}">
                <a16:creationId xmlns:a16="http://schemas.microsoft.com/office/drawing/2014/main" id="{2A619D6B-872F-3511-2673-44972EE5DB93}"/>
              </a:ext>
            </a:extLst>
          </p:cNvPr>
          <p:cNvSpPr>
            <a:spLocks noGrp="1"/>
          </p:cNvSpPr>
          <p:nvPr>
            <p:ph type="sldNum" sz="quarter" idx="42"/>
          </p:nvPr>
        </p:nvSpPr>
        <p:spPr/>
        <p:txBody>
          <a:bodyPr/>
          <a:lstStyle>
            <a:lvl1pPr>
              <a:defRPr>
                <a:solidFill>
                  <a:schemeClr val="bg1"/>
                </a:solidFill>
              </a:defRPr>
            </a:lvl1pPr>
          </a:lstStyle>
          <a:p>
            <a:fld id="{AC23F07A-CEC6-4CA8-9EF8-AC37F6E73B6A}" type="slidenum">
              <a:rPr lang="en-GB" smtClean="0"/>
              <a:pPr/>
              <a:t>‹#›</a:t>
            </a:fld>
            <a:endParaRPr lang="en-GB"/>
          </a:p>
        </p:txBody>
      </p:sp>
    </p:spTree>
    <p:extLst>
      <p:ext uri="{BB962C8B-B14F-4D97-AF65-F5344CB8AC3E}">
        <p14:creationId xmlns:p14="http://schemas.microsoft.com/office/powerpoint/2010/main" val="1700535237"/>
      </p:ext>
    </p:extLst>
  </p:cSld>
  <p:clrMapOvr>
    <a:masterClrMapping/>
  </p:clrMapOvr>
  <p:extLst>
    <p:ext uri="{DCECCB84-F9BA-43D5-87BE-67443E8EF086}">
      <p15:sldGuideLst xmlns:p15="http://schemas.microsoft.com/office/powerpoint/2012/main">
        <p15:guide id="2" orient="horz" pos="489">
          <p15:clr>
            <a:srgbClr val="FBAE40"/>
          </p15:clr>
        </p15:guide>
        <p15:guide id="3" orient="horz" pos="3861">
          <p15:clr>
            <a:srgbClr val="FBAE40"/>
          </p15:clr>
        </p15:guide>
        <p15:guide id="4" pos="279">
          <p15:clr>
            <a:srgbClr val="FBAE40"/>
          </p15:clr>
        </p15:guide>
        <p15:guide id="5" pos="7401">
          <p15:clr>
            <a:srgbClr val="FBAE40"/>
          </p15:clr>
        </p15:guide>
        <p15:guide id="6" orient="horz" pos="1162">
          <p15:clr>
            <a:srgbClr val="FBAE40"/>
          </p15:clr>
        </p15:guide>
        <p15:guide id="7" orient="horz" pos="357">
          <p15:clr>
            <a:srgbClr val="FBAE40"/>
          </p15:clr>
        </p15:guide>
        <p15:guide id="8" orient="horz" pos="273">
          <p15:clr>
            <a:srgbClr val="FBAE40"/>
          </p15:clr>
        </p15:guide>
        <p15:guide id="9" orient="horz" pos="39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ver | Straigh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8FE4D0D8-9573-B7CF-A203-2C48B9F3441E}"/>
              </a:ext>
            </a:extLst>
          </p:cNvPr>
          <p:cNvGraphicFramePr>
            <a:graphicFrameLocks noChangeAspect="1"/>
          </p:cNvGraphicFramePr>
          <p:nvPr>
            <p:custDataLst>
              <p:tags r:id="rId1"/>
            </p:custDataLst>
            <p:extLst>
              <p:ext uri="{D42A27DB-BD31-4B8C-83A1-F6EECF244321}">
                <p14:modId xmlns:p14="http://schemas.microsoft.com/office/powerpoint/2010/main" val="727958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Objekt 6" hidden="1">
                        <a:extLst>
                          <a:ext uri="{FF2B5EF4-FFF2-40B4-BE49-F238E27FC236}">
                            <a16:creationId xmlns:a16="http://schemas.microsoft.com/office/drawing/2014/main" id="{8FE4D0D8-9573-B7CF-A203-2C48B9F344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Bildplatzhalter 12">
            <a:extLst>
              <a:ext uri="{FF2B5EF4-FFF2-40B4-BE49-F238E27FC236}">
                <a16:creationId xmlns:a16="http://schemas.microsoft.com/office/drawing/2014/main" id="{9FC8270B-26D3-59C4-31AB-F081EE2C2C64}"/>
              </a:ext>
            </a:extLst>
          </p:cNvPr>
          <p:cNvSpPr>
            <a:spLocks noGrp="1"/>
          </p:cNvSpPr>
          <p:nvPr>
            <p:ph type="pic" sz="quarter" idx="10" hasCustomPrompt="1"/>
          </p:nvPr>
        </p:nvSpPr>
        <p:spPr>
          <a:xfrm>
            <a:off x="4064000" y="0"/>
            <a:ext cx="8128000" cy="6858000"/>
          </a:xfrm>
          <a:prstGeom prst="rect">
            <a:avLst/>
          </a:prstGeom>
          <a:pattFill prst="dkUpDiag">
            <a:fgClr>
              <a:schemeClr val="accent1"/>
            </a:fgClr>
            <a:bgClr>
              <a:schemeClr val="bg1"/>
            </a:bgClr>
          </a:pattFill>
        </p:spPr>
        <p:txBody>
          <a:bodyPr wrap="square" bIns="756000" anchor="ctr">
            <a:noAutofit/>
          </a:bodyPr>
          <a:lstStyle>
            <a:lvl1pPr marL="0" indent="0" algn="ctr">
              <a:buNone/>
              <a:defRPr lang="en-US" sz="1000" b="0" dirty="0" smtClean="0">
                <a:latin typeface="Verdana Pro" panose="020B0604030504040204" pitchFamily="34" charset="0"/>
              </a:defRPr>
            </a:lvl1pPr>
          </a:lstStyle>
          <a:p>
            <a:pPr marL="228600" lvl="0" indent="-228600" algn="ctr"/>
            <a:r>
              <a:rPr lang="en-US"/>
              <a:t>CLICK ICON TO ADD PICTURE</a:t>
            </a:r>
          </a:p>
        </p:txBody>
      </p:sp>
      <p:sp>
        <p:nvSpPr>
          <p:cNvPr id="20" name="Slide Number Placeholder 5">
            <a:extLst>
              <a:ext uri="{FF2B5EF4-FFF2-40B4-BE49-F238E27FC236}">
                <a16:creationId xmlns:a16="http://schemas.microsoft.com/office/drawing/2014/main" id="{8BA44295-F557-D7D3-8F8B-415EE7357B29}"/>
              </a:ext>
            </a:extLst>
          </p:cNvPr>
          <p:cNvSpPr txBox="1">
            <a:spLocks/>
          </p:cNvSpPr>
          <p:nvPr/>
        </p:nvSpPr>
        <p:spPr>
          <a:xfrm>
            <a:off x="11567608" y="6378987"/>
            <a:ext cx="262892" cy="138499"/>
          </a:xfrm>
          <a:prstGeom prst="rect">
            <a:avLst/>
          </a:prstGeom>
        </p:spPr>
        <p:txBody>
          <a:bodyPr vert="horz" wrap="none" lIns="0" tIns="0" rIns="0" bIns="0" rtlCol="0" anchor="t" anchorCtr="0">
            <a:spAutoFit/>
          </a:bodyPr>
          <a:lstStyle>
            <a:defPPr>
              <a:defRPr lang="en-US"/>
            </a:defPPr>
            <a:lvl1pPr marL="0" algn="r" defTabSz="914400" rtl="0" eaLnBrk="1" latinLnBrk="0" hangingPunct="1">
              <a:defRPr sz="1200" kern="1200">
                <a:solidFill>
                  <a:schemeClr val="tx1"/>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FFAB0F-877A-4FB5-AFB2-3B278CFF0712}" type="slidenum">
              <a:rPr lang="en-GB" sz="900" b="0" i="0" smtClean="0">
                <a:latin typeface="Verdana Pro Light" panose="020B0304030504040204" pitchFamily="34" charset="0"/>
              </a:rPr>
              <a:pPr/>
              <a:t>‹#›</a:t>
            </a:fld>
            <a:endParaRPr lang="en-GB" sz="900" b="0" i="0">
              <a:latin typeface="Verdana Pro Light" panose="020B0304030504040204" pitchFamily="34" charset="0"/>
            </a:endParaRPr>
          </a:p>
        </p:txBody>
      </p:sp>
      <p:sp>
        <p:nvSpPr>
          <p:cNvPr id="2" name="Title 1">
            <a:extLst>
              <a:ext uri="{FF2B5EF4-FFF2-40B4-BE49-F238E27FC236}">
                <a16:creationId xmlns:a16="http://schemas.microsoft.com/office/drawing/2014/main" id="{78E66FF5-11F2-359F-CB1D-3055BCC43AA9}"/>
              </a:ext>
            </a:extLst>
          </p:cNvPr>
          <p:cNvSpPr>
            <a:spLocks noGrp="1"/>
          </p:cNvSpPr>
          <p:nvPr>
            <p:ph type="ctrTitle" hasCustomPrompt="1"/>
          </p:nvPr>
        </p:nvSpPr>
        <p:spPr>
          <a:xfrm>
            <a:off x="371476" y="2705878"/>
            <a:ext cx="3398092" cy="737120"/>
          </a:xfrm>
          <a:prstGeom prst="rect">
            <a:avLst/>
          </a:prstGeom>
        </p:spPr>
        <p:txBody>
          <a:bodyPr vert="horz" lIns="0" anchor="b" anchorCtr="0"/>
          <a:lstStyle>
            <a:lvl1pPr algn="l">
              <a:lnSpc>
                <a:spcPct val="100000"/>
              </a:lnSpc>
              <a:defRPr sz="2000" b="1">
                <a:solidFill>
                  <a:schemeClr val="tx1"/>
                </a:solidFill>
                <a:latin typeface="Verdana Pro" panose="020B0604030504040204" pitchFamily="34" charset="0"/>
              </a:defRPr>
            </a:lvl1pPr>
          </a:lstStyle>
          <a:p>
            <a:r>
              <a:rPr lang="en-US"/>
              <a:t>Presentation title with max 2 lines</a:t>
            </a:r>
            <a:endParaRPr lang="en-GB"/>
          </a:p>
        </p:txBody>
      </p:sp>
      <p:sp>
        <p:nvSpPr>
          <p:cNvPr id="3" name="Subtitle 2">
            <a:extLst>
              <a:ext uri="{FF2B5EF4-FFF2-40B4-BE49-F238E27FC236}">
                <a16:creationId xmlns:a16="http://schemas.microsoft.com/office/drawing/2014/main" id="{BDB60EE1-C301-33D2-54DA-380CC3F951FB}"/>
              </a:ext>
            </a:extLst>
          </p:cNvPr>
          <p:cNvSpPr>
            <a:spLocks noGrp="1"/>
          </p:cNvSpPr>
          <p:nvPr>
            <p:ph type="subTitle" idx="1" hasCustomPrompt="1"/>
          </p:nvPr>
        </p:nvSpPr>
        <p:spPr>
          <a:xfrm>
            <a:off x="371476" y="3442998"/>
            <a:ext cx="3398093" cy="216982"/>
          </a:xfrm>
          <a:prstGeom prst="rect">
            <a:avLst/>
          </a:prstGeom>
        </p:spPr>
        <p:txBody>
          <a:bodyPr lIns="0" rIns="0" anchor="t"/>
          <a:lstStyle>
            <a:lvl1pPr marL="0" indent="0">
              <a:buNone/>
              <a:defRPr lang="en-GB" sz="900" b="0" i="0">
                <a:solidFill>
                  <a:schemeClr val="tx1"/>
                </a:solidFill>
                <a:latin typeface="Verdana Pro Light" panose="020B0304030504040204" pitchFamily="34" charset="0"/>
              </a:defRPr>
            </a:lvl1pPr>
          </a:lstStyle>
          <a:p>
            <a:pPr marL="228600" lvl="0" indent="-228600"/>
            <a:r>
              <a:rPr lang="en-US"/>
              <a:t>Subtitle</a:t>
            </a:r>
            <a:endParaRPr lang="en-GB"/>
          </a:p>
        </p:txBody>
      </p:sp>
      <p:sp>
        <p:nvSpPr>
          <p:cNvPr id="4" name="Text Placeholder 2">
            <a:extLst>
              <a:ext uri="{FF2B5EF4-FFF2-40B4-BE49-F238E27FC236}">
                <a16:creationId xmlns:a16="http://schemas.microsoft.com/office/drawing/2014/main" id="{9B0C28A6-9E29-2688-3C8C-C8D393BC593E}"/>
              </a:ext>
            </a:extLst>
          </p:cNvPr>
          <p:cNvSpPr>
            <a:spLocks noGrp="1"/>
          </p:cNvSpPr>
          <p:nvPr>
            <p:ph type="body" idx="14" hasCustomPrompt="1"/>
          </p:nvPr>
        </p:nvSpPr>
        <p:spPr>
          <a:xfrm>
            <a:off x="371476" y="4439192"/>
            <a:ext cx="3398093" cy="216982"/>
          </a:xfrm>
          <a:prstGeom prst="rect">
            <a:avLst/>
          </a:prstGeom>
        </p:spPr>
        <p:txBody>
          <a:bodyPr lIns="0" rIns="0" anchor="t"/>
          <a:lstStyle>
            <a:lvl1pPr marL="0" indent="0">
              <a:buNone/>
              <a:defRPr lang="en-US" sz="900" b="0" i="0">
                <a:solidFill>
                  <a:schemeClr val="tx1"/>
                </a:solidFill>
                <a:latin typeface="Verdana Pro Light" panose="020B0304030504040204" pitchFamily="34" charset="0"/>
              </a:defRPr>
            </a:lvl1pPr>
          </a:lstStyle>
          <a:p>
            <a:pPr marL="0" lvl="0">
              <a:lnSpc>
                <a:spcPct val="100000"/>
              </a:lnSpc>
              <a:spcBef>
                <a:spcPts val="0"/>
              </a:spcBef>
            </a:pPr>
            <a:r>
              <a:rPr lang="en-US"/>
              <a:t>Author, Location</a:t>
            </a:r>
          </a:p>
        </p:txBody>
      </p:sp>
      <p:sp>
        <p:nvSpPr>
          <p:cNvPr id="5" name="Text Placeholder 2">
            <a:extLst>
              <a:ext uri="{FF2B5EF4-FFF2-40B4-BE49-F238E27FC236}">
                <a16:creationId xmlns:a16="http://schemas.microsoft.com/office/drawing/2014/main" id="{ED793002-5BE8-2708-0091-2A708841A282}"/>
              </a:ext>
            </a:extLst>
          </p:cNvPr>
          <p:cNvSpPr>
            <a:spLocks noGrp="1"/>
          </p:cNvSpPr>
          <p:nvPr>
            <p:ph type="body" idx="11" hasCustomPrompt="1"/>
          </p:nvPr>
        </p:nvSpPr>
        <p:spPr>
          <a:xfrm>
            <a:off x="371476" y="4656174"/>
            <a:ext cx="3398093" cy="216982"/>
          </a:xfrm>
          <a:prstGeom prst="rect">
            <a:avLst/>
          </a:prstGeom>
        </p:spPr>
        <p:txBody>
          <a:bodyPr lIns="0" rIns="0" anchor="t"/>
          <a:lstStyle>
            <a:lvl1pPr marL="0" indent="0">
              <a:buNone/>
              <a:defRPr lang="en-US" sz="900" b="0" i="0">
                <a:solidFill>
                  <a:schemeClr val="tx1"/>
                </a:solidFill>
                <a:latin typeface="Verdana Pro Light" panose="020B0304030504040204" pitchFamily="34" charset="0"/>
              </a:defRPr>
            </a:lvl1pPr>
          </a:lstStyle>
          <a:p>
            <a:pPr marL="0" lvl="0">
              <a:lnSpc>
                <a:spcPct val="100000"/>
              </a:lnSpc>
              <a:spcBef>
                <a:spcPts val="0"/>
              </a:spcBef>
            </a:pPr>
            <a:r>
              <a:rPr lang="en-US"/>
              <a:t>Date</a:t>
            </a:r>
          </a:p>
        </p:txBody>
      </p:sp>
      <p:sp>
        <p:nvSpPr>
          <p:cNvPr id="9" name="Picture Placeholder 20">
            <a:extLst>
              <a:ext uri="{FF2B5EF4-FFF2-40B4-BE49-F238E27FC236}">
                <a16:creationId xmlns:a16="http://schemas.microsoft.com/office/drawing/2014/main" id="{73A66ABA-8FC4-E9F3-58D2-2E1CD386B14D}"/>
              </a:ext>
            </a:extLst>
          </p:cNvPr>
          <p:cNvSpPr>
            <a:spLocks noGrp="1"/>
          </p:cNvSpPr>
          <p:nvPr>
            <p:ph type="pic" sz="quarter" idx="13" hasCustomPrompt="1"/>
          </p:nvPr>
        </p:nvSpPr>
        <p:spPr>
          <a:xfrm>
            <a:off x="371477" y="321951"/>
            <a:ext cx="1590675" cy="592449"/>
          </a:xfrm>
          <a:prstGeom prst="rect">
            <a:avLst/>
          </a:prstGeom>
        </p:spPr>
        <p:txBody>
          <a:bodyPr anchor="ctr"/>
          <a:lstStyle>
            <a:lvl1pPr marL="0" indent="0">
              <a:lnSpc>
                <a:spcPct val="100000"/>
              </a:lnSpc>
              <a:spcBef>
                <a:spcPts val="0"/>
              </a:spcBef>
              <a:buNone/>
              <a:defRPr sz="700" b="0">
                <a:solidFill>
                  <a:schemeClr val="tx1"/>
                </a:solidFill>
                <a:latin typeface="Verdana (Headings)"/>
              </a:defRPr>
            </a:lvl1pPr>
          </a:lstStyle>
          <a:p>
            <a:r>
              <a:rPr lang="en-US"/>
              <a:t>CLICK ICON</a:t>
            </a:r>
            <a:br>
              <a:rPr lang="en-US"/>
            </a:br>
            <a:r>
              <a:rPr lang="en-US"/>
              <a:t>TO ADD </a:t>
            </a:r>
            <a:br>
              <a:rPr lang="en-US"/>
            </a:br>
            <a:r>
              <a:rPr lang="en-US"/>
              <a:t>CUSTOMER </a:t>
            </a:r>
            <a:br>
              <a:rPr lang="en-US"/>
            </a:br>
            <a:r>
              <a:rPr lang="en-US"/>
              <a:t>LOGO</a:t>
            </a:r>
          </a:p>
        </p:txBody>
      </p:sp>
    </p:spTree>
    <p:extLst>
      <p:ext uri="{BB962C8B-B14F-4D97-AF65-F5344CB8AC3E}">
        <p14:creationId xmlns:p14="http://schemas.microsoft.com/office/powerpoint/2010/main" val="412524238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svg"/><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096D39C-67D8-D69D-7A0A-7C8C235C1305}"/>
              </a:ext>
            </a:extLst>
          </p:cNvPr>
          <p:cNvGraphicFramePr>
            <a:graphicFrameLocks noChangeAspect="1"/>
          </p:cNvGraphicFramePr>
          <p:nvPr userDrawn="1">
            <p:custDataLst>
              <p:tags r:id="rId19"/>
            </p:custDataLst>
            <p:extLst>
              <p:ext uri="{D42A27DB-BD31-4B8C-83A1-F6EECF244321}">
                <p14:modId xmlns:p14="http://schemas.microsoft.com/office/powerpoint/2010/main" val="227107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261" imgH="257" progId="TCLayout.ActiveDocument.1">
                  <p:embed/>
                </p:oleObj>
              </mc:Choice>
              <mc:Fallback>
                <p:oleObj name="think-cell Slide" r:id="rId20" imgW="261" imgH="257" progId="TCLayout.ActiveDocument.1">
                  <p:embed/>
                  <p:pic>
                    <p:nvPicPr>
                      <p:cNvPr id="8" name="think-cell data - do not delete" hidden="1">
                        <a:extLst>
                          <a:ext uri="{FF2B5EF4-FFF2-40B4-BE49-F238E27FC236}">
                            <a16:creationId xmlns:a16="http://schemas.microsoft.com/office/drawing/2014/main" id="{B096D39C-67D8-D69D-7A0A-7C8C235C1305}"/>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65DBC0B-45E9-9ECF-D83B-54186537B78B}"/>
              </a:ext>
            </a:extLst>
          </p:cNvPr>
          <p:cNvSpPr>
            <a:spLocks noGrp="1"/>
          </p:cNvSpPr>
          <p:nvPr>
            <p:ph type="title"/>
          </p:nvPr>
        </p:nvSpPr>
        <p:spPr>
          <a:xfrm>
            <a:off x="442913" y="778567"/>
            <a:ext cx="11306175" cy="387798"/>
          </a:xfrm>
          <a:prstGeom prst="rect">
            <a:avLst/>
          </a:prstGeom>
        </p:spPr>
        <p:txBody>
          <a:bodyPr vert="horz" wrap="square" lIns="0" tIns="0" rIns="0" bIns="0" rtlCol="0" anchor="t">
            <a:spAutoFit/>
          </a:bodyPr>
          <a:lstStyle/>
          <a:p>
            <a:r>
              <a:rPr lang="en-GB"/>
              <a:t>Click to edit Master title style</a:t>
            </a:r>
          </a:p>
        </p:txBody>
      </p:sp>
      <p:sp>
        <p:nvSpPr>
          <p:cNvPr id="3" name="Text Placeholder 2">
            <a:extLst>
              <a:ext uri="{FF2B5EF4-FFF2-40B4-BE49-F238E27FC236}">
                <a16:creationId xmlns:a16="http://schemas.microsoft.com/office/drawing/2014/main" id="{6ADD97F2-D873-C15D-7050-2A8725629B94}"/>
              </a:ext>
            </a:extLst>
          </p:cNvPr>
          <p:cNvSpPr>
            <a:spLocks noGrp="1"/>
          </p:cNvSpPr>
          <p:nvPr>
            <p:ph type="body" idx="1"/>
          </p:nvPr>
        </p:nvSpPr>
        <p:spPr>
          <a:xfrm>
            <a:off x="442913" y="2569746"/>
            <a:ext cx="11306175" cy="1292598"/>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A3D22765-172B-BA98-AB97-F89F6063865F}"/>
              </a:ext>
            </a:extLst>
          </p:cNvPr>
          <p:cNvSpPr>
            <a:spLocks noGrp="1"/>
          </p:cNvSpPr>
          <p:nvPr>
            <p:ph type="sldNum" sz="quarter" idx="4"/>
          </p:nvPr>
        </p:nvSpPr>
        <p:spPr>
          <a:xfrm>
            <a:off x="11608024" y="6285630"/>
            <a:ext cx="141064" cy="138499"/>
          </a:xfrm>
          <a:prstGeom prst="rect">
            <a:avLst/>
          </a:prstGeom>
        </p:spPr>
        <p:txBody>
          <a:bodyPr vert="horz" wrap="none" lIns="0" tIns="0" rIns="0" bIns="0" rtlCol="0" anchor="ctr">
            <a:spAutoFit/>
          </a:bodyPr>
          <a:lstStyle>
            <a:lvl1pPr algn="r" rtl="0">
              <a:defRPr sz="900">
                <a:solidFill>
                  <a:schemeClr val="tx1"/>
                </a:solidFill>
              </a:defRPr>
            </a:lvl1pPr>
          </a:lstStyle>
          <a:p>
            <a:fld id="{AC23F07A-CEC6-4CA8-9EF8-AC37F6E73B6A}" type="slidenum">
              <a:rPr lang="en-GB" smtClean="0"/>
              <a:pPr/>
              <a:t>‹#›</a:t>
            </a:fld>
            <a:endParaRPr lang="en-GB"/>
          </a:p>
        </p:txBody>
      </p:sp>
      <p:pic>
        <p:nvPicPr>
          <p:cNvPr id="7" name="Graphic 6">
            <a:extLst>
              <a:ext uri="{FF2B5EF4-FFF2-40B4-BE49-F238E27FC236}">
                <a16:creationId xmlns:a16="http://schemas.microsoft.com/office/drawing/2014/main" id="{ED86DDF6-ED6F-D9A8-85F4-DED139D74F6B}"/>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42913" y="6260677"/>
            <a:ext cx="932104" cy="141170"/>
          </a:xfrm>
          <a:prstGeom prst="rect">
            <a:avLst/>
          </a:prstGeom>
        </p:spPr>
      </p:pic>
    </p:spTree>
    <p:extLst>
      <p:ext uri="{BB962C8B-B14F-4D97-AF65-F5344CB8AC3E}">
        <p14:creationId xmlns:p14="http://schemas.microsoft.com/office/powerpoint/2010/main" val="2468512354"/>
      </p:ext>
    </p:extLst>
  </p:cSld>
  <p:clrMap bg1="lt1" tx1="dk1" bg2="lt2" tx2="dk2" accent1="accent1" accent2="accent2" accent3="accent3" accent4="accent4" accent5="accent5" accent6="accent6" hlink="hlink" folHlink="folHlink"/>
  <p:sldLayoutIdLst>
    <p:sldLayoutId id="2147484012" r:id="rId1"/>
    <p:sldLayoutId id="2147484016"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30" r:id="rId11"/>
    <p:sldLayoutId id="2147484063" r:id="rId12"/>
    <p:sldLayoutId id="2147484072" r:id="rId13"/>
    <p:sldLayoutId id="2147484074" r:id="rId14"/>
    <p:sldLayoutId id="2147484075" r:id="rId15"/>
    <p:sldLayoutId id="2147484076" r:id="rId16"/>
    <p:sldLayoutId id="2147484077" r:id="rId17"/>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95000"/>
        </a:lnSpc>
        <a:spcBef>
          <a:spcPts val="1000"/>
        </a:spcBef>
        <a:buFont typeface="Arial" panose="020B0604020202020204" pitchFamily="34" charset="0"/>
        <a:buNone/>
        <a:defRPr sz="1600" kern="1200">
          <a:solidFill>
            <a:schemeClr val="tx1"/>
          </a:solidFill>
          <a:latin typeface="+mn-lt"/>
          <a:ea typeface="+mn-ea"/>
          <a:cs typeface="+mn-cs"/>
        </a:defRPr>
      </a:lvl1pPr>
      <a:lvl2pPr marL="0" indent="0" algn="l" defTabSz="914400" rtl="0" eaLnBrk="1" latinLnBrk="0" hangingPunct="1">
        <a:lnSpc>
          <a:spcPct val="105000"/>
        </a:lnSpc>
        <a:spcBef>
          <a:spcPts val="800"/>
        </a:spcBef>
        <a:buFont typeface="Arial" panose="020B0604020202020204" pitchFamily="34" charset="0"/>
        <a:buNone/>
        <a:defRPr sz="1200" b="0" kern="1200">
          <a:solidFill>
            <a:schemeClr val="tx1"/>
          </a:solidFill>
          <a:latin typeface="+mn-lt"/>
          <a:ea typeface="+mn-ea"/>
          <a:cs typeface="+mn-cs"/>
        </a:defRPr>
      </a:lvl2pPr>
      <a:lvl3pPr marL="108000" indent="-108000" algn="l" defTabSz="914400" rtl="0" eaLnBrk="1" latinLnBrk="0" hangingPunct="1">
        <a:lnSpc>
          <a:spcPct val="105000"/>
        </a:lnSpc>
        <a:spcBef>
          <a:spcPts val="0"/>
        </a:spcBef>
        <a:buFont typeface="Arial" panose="020B0604020202020204" pitchFamily="34" charset="0"/>
        <a:buChar char="•"/>
        <a:defRPr sz="1200" kern="1200">
          <a:solidFill>
            <a:schemeClr val="tx1"/>
          </a:solidFill>
          <a:latin typeface="+mn-lt"/>
          <a:ea typeface="+mn-ea"/>
          <a:cs typeface="+mn-cs"/>
        </a:defRPr>
      </a:lvl3pPr>
      <a:lvl4pPr marL="252000" indent="-144000" algn="l" defTabSz="914400" rtl="0" eaLnBrk="1" latinLnBrk="0" hangingPunct="1">
        <a:lnSpc>
          <a:spcPct val="105000"/>
        </a:lnSpc>
        <a:spcBef>
          <a:spcPts val="0"/>
        </a:spcBef>
        <a:buFont typeface="Arial" panose="020B0604020202020204" pitchFamily="34" charset="0"/>
        <a:buChar char="–"/>
        <a:defRPr sz="1200" kern="1200">
          <a:solidFill>
            <a:schemeClr val="tx1"/>
          </a:solidFill>
          <a:latin typeface="+mn-lt"/>
          <a:ea typeface="+mn-ea"/>
          <a:cs typeface="+mn-cs"/>
        </a:defRPr>
      </a:lvl4pPr>
      <a:lvl5pPr marL="360000" indent="-108000" algn="l" defTabSz="914400" rtl="0" eaLnBrk="1" latinLnBrk="0" hangingPunct="1">
        <a:lnSpc>
          <a:spcPct val="105000"/>
        </a:lnSpc>
        <a:spcBef>
          <a:spcPts val="0"/>
        </a:spcBef>
        <a:buFont typeface="Arial" panose="020B0604020202020204" pitchFamily="34" charset="0"/>
        <a:buChar char="•"/>
        <a:defRPr sz="1200" kern="1200">
          <a:solidFill>
            <a:schemeClr val="tx1"/>
          </a:solidFill>
          <a:latin typeface="+mn-lt"/>
          <a:ea typeface="+mn-ea"/>
          <a:cs typeface="+mn-cs"/>
        </a:defRPr>
      </a:lvl5pPr>
      <a:lvl6pPr marL="504000" indent="-144000" algn="l" defTabSz="914400" rtl="0" eaLnBrk="1" latinLnBrk="0" hangingPunct="1">
        <a:lnSpc>
          <a:spcPct val="105000"/>
        </a:lnSpc>
        <a:spcBef>
          <a:spcPts val="0"/>
        </a:spcBef>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tags" Target="../tags/tag20.xml"/><Relationship Id="rId5" Type="http://schemas.openxmlformats.org/officeDocument/2006/relationships/image" Target="../media/image9.jpeg"/><Relationship Id="rId4" Type="http://schemas.openxmlformats.org/officeDocument/2006/relationships/image" Target="../media/image8.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5.xml"/><Relationship Id="rId1" Type="http://schemas.openxmlformats.org/officeDocument/2006/relationships/tags" Target="../tags/tag2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0.xml"/><Relationship Id="rId1" Type="http://schemas.openxmlformats.org/officeDocument/2006/relationships/tags" Target="../tags/tag22.xml"/><Relationship Id="rId6" Type="http://schemas.openxmlformats.org/officeDocument/2006/relationships/image" Target="../media/image11.png"/><Relationship Id="rId5" Type="http://schemas.openxmlformats.org/officeDocument/2006/relationships/hyperlink" Target="http://service.com/endpoint" TargetMode="External"/><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6.xml"/><Relationship Id="rId1" Type="http://schemas.openxmlformats.org/officeDocument/2006/relationships/tags" Target="../tags/tag23.xml"/><Relationship Id="rId5" Type="http://schemas.openxmlformats.org/officeDocument/2006/relationships/image" Target="../media/image13.png"/><Relationship Id="rId4" Type="http://schemas.openxmlformats.org/officeDocument/2006/relationships/image" Target="../media/image1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5.xml"/><Relationship Id="rId1" Type="http://schemas.openxmlformats.org/officeDocument/2006/relationships/tags" Target="../tags/tag24.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A96C62AA-3D1D-4588-2DA5-7188014745D2}"/>
              </a:ext>
            </a:extLst>
          </p:cNvPr>
          <p:cNvGraphicFramePr>
            <a:graphicFrameLocks noChangeAspect="1"/>
          </p:cNvGraphicFramePr>
          <p:nvPr>
            <p:custDataLst>
              <p:tags r:id="rId1"/>
            </p:custDataLst>
            <p:extLst>
              <p:ext uri="{D42A27DB-BD31-4B8C-83A1-F6EECF244321}">
                <p14:modId xmlns:p14="http://schemas.microsoft.com/office/powerpoint/2010/main" val="2470792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22" name="Object 21" hidden="1">
                        <a:extLst>
                          <a:ext uri="{FF2B5EF4-FFF2-40B4-BE49-F238E27FC236}">
                            <a16:creationId xmlns:a16="http://schemas.microsoft.com/office/drawing/2014/main" id="{A96C62AA-3D1D-4588-2DA5-7188014745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3E8062E-10C7-3850-0A92-3CDD8736AF6F}"/>
              </a:ext>
            </a:extLst>
          </p:cNvPr>
          <p:cNvSpPr>
            <a:spLocks noGrp="1"/>
          </p:cNvSpPr>
          <p:nvPr>
            <p:ph type="ctrTitle"/>
          </p:nvPr>
        </p:nvSpPr>
        <p:spPr>
          <a:xfrm>
            <a:off x="371476" y="3135221"/>
            <a:ext cx="3398092" cy="307777"/>
          </a:xfrm>
        </p:spPr>
        <p:txBody>
          <a:bodyPr vert="horz"/>
          <a:lstStyle/>
          <a:p>
            <a:r>
              <a:rPr lang="en-US" dirty="0" err="1"/>
              <a:t>Dropzone</a:t>
            </a:r>
            <a:r>
              <a:rPr lang="en-US" dirty="0"/>
              <a:t> Challenge</a:t>
            </a:r>
            <a:endParaRPr lang="en-US" b="0" dirty="0">
              <a:latin typeface="Verdana Pro Light" panose="020B0304030504040204" pitchFamily="34" charset="0"/>
            </a:endParaRPr>
          </a:p>
        </p:txBody>
      </p:sp>
      <p:sp>
        <p:nvSpPr>
          <p:cNvPr id="2" name="Untertitel 1">
            <a:extLst>
              <a:ext uri="{FF2B5EF4-FFF2-40B4-BE49-F238E27FC236}">
                <a16:creationId xmlns:a16="http://schemas.microsoft.com/office/drawing/2014/main" id="{2AEB3A3C-8154-A7DE-EABB-2C644F534B4A}"/>
              </a:ext>
            </a:extLst>
          </p:cNvPr>
          <p:cNvSpPr>
            <a:spLocks noGrp="1"/>
          </p:cNvSpPr>
          <p:nvPr>
            <p:ph type="subTitle" idx="1"/>
          </p:nvPr>
        </p:nvSpPr>
        <p:spPr>
          <a:xfrm>
            <a:off x="371476" y="3442998"/>
            <a:ext cx="3398093" cy="131574"/>
          </a:xfrm>
        </p:spPr>
        <p:txBody>
          <a:bodyPr/>
          <a:lstStyle/>
          <a:p>
            <a:r>
              <a:rPr lang="en-US" dirty="0"/>
              <a:t>Cloud- and Data Engineering</a:t>
            </a:r>
          </a:p>
        </p:txBody>
      </p:sp>
      <p:sp>
        <p:nvSpPr>
          <p:cNvPr id="5" name="Textplatzhalter 4">
            <a:extLst>
              <a:ext uri="{FF2B5EF4-FFF2-40B4-BE49-F238E27FC236}">
                <a16:creationId xmlns:a16="http://schemas.microsoft.com/office/drawing/2014/main" id="{B11CAB22-F076-FF9B-75EF-33C4167523BB}"/>
              </a:ext>
            </a:extLst>
          </p:cNvPr>
          <p:cNvSpPr>
            <a:spLocks noGrp="1"/>
          </p:cNvSpPr>
          <p:nvPr>
            <p:ph type="body" idx="14"/>
          </p:nvPr>
        </p:nvSpPr>
        <p:spPr>
          <a:xfrm>
            <a:off x="371476" y="4439192"/>
            <a:ext cx="3398093" cy="483722"/>
          </a:xfrm>
        </p:spPr>
        <p:txBody>
          <a:bodyPr lIns="0" tIns="45720" rIns="0" bIns="45720" anchor="t"/>
          <a:lstStyle/>
          <a:p>
            <a:r>
              <a:rPr lang="en-US" dirty="0" err="1">
                <a:latin typeface="Verdana Pro Light"/>
              </a:rPr>
              <a:t>Eraneos</a:t>
            </a:r>
            <a:r>
              <a:rPr lang="en-US" dirty="0">
                <a:latin typeface="Verdana Pro Light"/>
              </a:rPr>
              <a:t> Analytics Germany</a:t>
            </a:r>
          </a:p>
          <a:p>
            <a:r>
              <a:rPr lang="en-US" dirty="0">
                <a:latin typeface="Verdana Pro Light"/>
              </a:rPr>
              <a:t>2026</a:t>
            </a:r>
            <a:endParaRPr lang="en-US" dirty="0"/>
          </a:p>
        </p:txBody>
      </p:sp>
      <p:pic>
        <p:nvPicPr>
          <p:cNvPr id="9" name="Bildplatzhalter 8" descr="Ein Bild, das Menschliches Gesicht, Kleidung, Person, Lächeln enthält.&#10;&#10;Automatisch generierte Beschreibung">
            <a:extLst>
              <a:ext uri="{FF2B5EF4-FFF2-40B4-BE49-F238E27FC236}">
                <a16:creationId xmlns:a16="http://schemas.microsoft.com/office/drawing/2014/main" id="{9BF0EF34-3D92-F5BE-3125-713B81783CA6}"/>
              </a:ext>
            </a:extLst>
          </p:cNvPr>
          <p:cNvPicPr>
            <a:picLocks noGrp="1" noChangeAspect="1"/>
          </p:cNvPicPr>
          <p:nvPr>
            <p:ph type="pic" sz="quarter" idx="10"/>
          </p:nvPr>
        </p:nvPicPr>
        <p:blipFill rotWithShape="1">
          <a:blip r:embed="rId5" cstate="print">
            <a:extLst>
              <a:ext uri="{28A0092B-C50C-407E-A947-70E740481C1C}">
                <a14:useLocalDpi xmlns:a14="http://schemas.microsoft.com/office/drawing/2010/main" val="0"/>
              </a:ext>
            </a:extLst>
          </a:blip>
          <a:srcRect/>
          <a:stretch/>
        </p:blipFill>
        <p:spPr>
          <a:xfrm>
            <a:off x="4064000" y="0"/>
            <a:ext cx="8128000" cy="6858000"/>
          </a:xfrm>
        </p:spPr>
      </p:pic>
      <p:sp>
        <p:nvSpPr>
          <p:cNvPr id="4" name="TextBox 3">
            <a:extLst>
              <a:ext uri="{FF2B5EF4-FFF2-40B4-BE49-F238E27FC236}">
                <a16:creationId xmlns:a16="http://schemas.microsoft.com/office/drawing/2014/main" id="{83692C92-2920-683D-F102-E25924D4F05F}"/>
              </a:ext>
            </a:extLst>
          </p:cNvPr>
          <p:cNvSpPr txBox="1"/>
          <p:nvPr/>
        </p:nvSpPr>
        <p:spPr>
          <a:xfrm>
            <a:off x="880533" y="609600"/>
            <a:ext cx="0" cy="0"/>
          </a:xfrm>
          <a:prstGeom prst="rect">
            <a:avLst/>
          </a:prstGeom>
          <a:noFill/>
        </p:spPr>
        <p:txBody>
          <a:bodyPr wrap="none" lIns="0" tIns="0" rIns="0" bIns="0" rtlCol="0">
            <a:noAutofit/>
          </a:bodyPr>
          <a:lstStyle/>
          <a:p>
            <a:pPr algn="l"/>
            <a:endParaRPr lang="en-US" sz="1200" err="1"/>
          </a:p>
        </p:txBody>
      </p:sp>
    </p:spTree>
    <p:extLst>
      <p:ext uri="{BB962C8B-B14F-4D97-AF65-F5344CB8AC3E}">
        <p14:creationId xmlns:p14="http://schemas.microsoft.com/office/powerpoint/2010/main" val="3220851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3C45ADEE-6315-8524-7785-4A8C5AC9A945}"/>
              </a:ext>
            </a:extLst>
          </p:cNvPr>
          <p:cNvGraphicFramePr>
            <a:graphicFrameLocks noChangeAspect="1"/>
          </p:cNvGraphicFramePr>
          <p:nvPr>
            <p:custDataLst>
              <p:tags r:id="rId1"/>
            </p:custDataLst>
            <p:extLst>
              <p:ext uri="{D42A27DB-BD31-4B8C-83A1-F6EECF244321}">
                <p14:modId xmlns:p14="http://schemas.microsoft.com/office/powerpoint/2010/main" val="1998369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0" name="think-cell data - do not delete" hidden="1">
                        <a:extLst>
                          <a:ext uri="{FF2B5EF4-FFF2-40B4-BE49-F238E27FC236}">
                            <a16:creationId xmlns:a16="http://schemas.microsoft.com/office/drawing/2014/main" id="{3C45ADEE-6315-8524-7785-4A8C5AC9A9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2" name="Rechteck 51">
            <a:extLst>
              <a:ext uri="{FF2B5EF4-FFF2-40B4-BE49-F238E27FC236}">
                <a16:creationId xmlns:a16="http://schemas.microsoft.com/office/drawing/2014/main" id="{34149461-EA5D-AB33-1D2F-29513E35DD27}"/>
              </a:ext>
            </a:extLst>
          </p:cNvPr>
          <p:cNvSpPr/>
          <p:nvPr/>
        </p:nvSpPr>
        <p:spPr>
          <a:xfrm rot="16200000" flipV="1">
            <a:off x="-1646216" y="1648965"/>
            <a:ext cx="6857008" cy="3561061"/>
          </a:xfrm>
          <a:prstGeom prst="rect">
            <a:avLst/>
          </a:prstGeom>
          <a:solidFill>
            <a:schemeClr val="accent5">
              <a:lumMod val="10000"/>
              <a:lumOff val="90000"/>
            </a:schemeClr>
          </a:solidFill>
          <a:ln w="19050" cap="flat" cmpd="sng" algn="ctr">
            <a:noFill/>
            <a:prstDash val="solid"/>
            <a:miter lim="800000"/>
          </a:ln>
          <a:effectLst/>
        </p:spPr>
        <p:txBody>
          <a:bodyPr rtlCol="0" anchor="ctr"/>
          <a:lstStyle/>
          <a:p>
            <a:pPr marL="0" marR="0" lvl="0" indent="0" algn="ctr" defTabSz="1088415" rtl="0" eaLnBrk="1" fontAlgn="auto" latinLnBrk="0" hangingPunct="1">
              <a:lnSpc>
                <a:spcPct val="100000"/>
              </a:lnSpc>
              <a:spcBef>
                <a:spcPts val="0"/>
              </a:spcBef>
              <a:spcAft>
                <a:spcPts val="0"/>
              </a:spcAft>
              <a:buClrTx/>
              <a:buSzTx/>
              <a:buFontTx/>
              <a:buNone/>
              <a:tabLst/>
              <a:defRPr/>
            </a:pPr>
            <a:endParaRPr kumimoji="0" lang="de-DE" sz="20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53" name="Graphic 6">
            <a:extLst>
              <a:ext uri="{FF2B5EF4-FFF2-40B4-BE49-F238E27FC236}">
                <a16:creationId xmlns:a16="http://schemas.microsoft.com/office/drawing/2014/main" id="{0D8297D4-4EE5-1EDE-B66B-3F24EDBD83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2913" y="6260677"/>
            <a:ext cx="932104" cy="141170"/>
          </a:xfrm>
          <a:prstGeom prst="rect">
            <a:avLst/>
          </a:prstGeom>
        </p:spPr>
      </p:pic>
      <p:sp>
        <p:nvSpPr>
          <p:cNvPr id="8" name="Titel 7">
            <a:extLst>
              <a:ext uri="{FF2B5EF4-FFF2-40B4-BE49-F238E27FC236}">
                <a16:creationId xmlns:a16="http://schemas.microsoft.com/office/drawing/2014/main" id="{68C29CB6-1123-5582-6699-61E759C33336}"/>
              </a:ext>
            </a:extLst>
          </p:cNvPr>
          <p:cNvSpPr>
            <a:spLocks noGrp="1"/>
          </p:cNvSpPr>
          <p:nvPr>
            <p:ph type="title"/>
          </p:nvPr>
        </p:nvSpPr>
        <p:spPr>
          <a:xfrm>
            <a:off x="442913" y="778567"/>
            <a:ext cx="3119905" cy="4401205"/>
          </a:xfrm>
        </p:spPr>
        <p:txBody>
          <a:bodyPr vert="horz"/>
          <a:lstStyle/>
          <a:p>
            <a:pPr>
              <a:lnSpc>
                <a:spcPct val="100000"/>
              </a:lnSpc>
              <a:defRPr/>
            </a:pPr>
            <a:r>
              <a:rPr lang="en-GB" sz="1100" b="1" dirty="0">
                <a:latin typeface="Arial"/>
                <a:ea typeface="Verdana"/>
                <a:cs typeface="Arial"/>
              </a:rPr>
              <a:t>Instructions:</a:t>
            </a:r>
            <a:br>
              <a:rPr lang="en-GB" sz="1100" dirty="0">
                <a:latin typeface="Arial" panose="020B0604020202020204" pitchFamily="34" charset="0"/>
                <a:ea typeface="Verdana" panose="020B0604030504040204" pitchFamily="34" charset="0"/>
                <a:cs typeface="Arial" panose="020B0604020202020204" pitchFamily="34" charset="0"/>
              </a:rPr>
            </a:br>
            <a:br>
              <a:rPr lang="en-GB" sz="1100" dirty="0">
                <a:latin typeface="Arial" panose="020B0604020202020204" pitchFamily="34" charset="0"/>
                <a:ea typeface="Verdana" panose="020B0604030504040204" pitchFamily="34" charset="0"/>
                <a:cs typeface="Arial" panose="020B0604020202020204" pitchFamily="34" charset="0"/>
              </a:rPr>
            </a:br>
            <a:r>
              <a:rPr lang="en-GB" sz="1100" dirty="0">
                <a:latin typeface="Arial"/>
                <a:ea typeface="Verdana"/>
                <a:cs typeface="Arial"/>
              </a:rPr>
              <a:t>You will receive access to a sandbox in Google Cloud Platform or AWS as per your preference. Additionally, you get an email with the access link to the cloud and </a:t>
            </a:r>
            <a:r>
              <a:rPr lang="en-GB" sz="1100" dirty="0" err="1">
                <a:latin typeface="Arial"/>
                <a:ea typeface="Verdana"/>
                <a:cs typeface="Arial"/>
              </a:rPr>
              <a:t>gitlab</a:t>
            </a:r>
            <a:r>
              <a:rPr lang="en-GB" sz="1100" dirty="0">
                <a:latin typeface="Arial"/>
                <a:ea typeface="Verdana"/>
                <a:cs typeface="Arial"/>
              </a:rPr>
              <a:t> repo to prepare the case.</a:t>
            </a:r>
            <a:br>
              <a:rPr lang="en-GB" sz="1100" dirty="0">
                <a:latin typeface="Arial" panose="020B0604020202020204" pitchFamily="34" charset="0"/>
                <a:ea typeface="Verdana" panose="020B0604030504040204" pitchFamily="34" charset="0"/>
                <a:cs typeface="Arial" panose="020B0604020202020204" pitchFamily="34" charset="0"/>
              </a:rPr>
            </a:br>
            <a:br>
              <a:rPr lang="en-GB" sz="1100" dirty="0">
                <a:latin typeface="Arial" panose="020B0604020202020204" pitchFamily="34" charset="0"/>
                <a:ea typeface="Verdana" panose="020B0604030504040204" pitchFamily="34" charset="0"/>
                <a:cs typeface="Arial" panose="020B0604020202020204" pitchFamily="34" charset="0"/>
              </a:rPr>
            </a:br>
            <a:r>
              <a:rPr lang="en-GB" sz="1100" dirty="0">
                <a:latin typeface="Arial"/>
                <a:ea typeface="Verdana"/>
                <a:cs typeface="Arial"/>
              </a:rPr>
              <a:t>The interview proceeds as follows:</a:t>
            </a:r>
            <a:br>
              <a:rPr lang="en-GB" sz="1100" dirty="0">
                <a:latin typeface="Arial"/>
                <a:ea typeface="Verdana"/>
                <a:cs typeface="Arial"/>
              </a:rPr>
            </a:br>
            <a:r>
              <a:rPr lang="en-GB" sz="1100" dirty="0">
                <a:latin typeface="Arial"/>
                <a:ea typeface="Verdana"/>
                <a:cs typeface="Arial"/>
              </a:rPr>
              <a:t>- Get to know (10-15 min)</a:t>
            </a:r>
            <a:br>
              <a:rPr lang="en-GB" sz="1100" dirty="0">
                <a:latin typeface="Arial"/>
                <a:ea typeface="Verdana"/>
                <a:cs typeface="Arial"/>
              </a:rPr>
            </a:br>
            <a:r>
              <a:rPr lang="en-GB" sz="1100" dirty="0">
                <a:latin typeface="Arial"/>
                <a:ea typeface="Verdana"/>
                <a:cs typeface="Arial"/>
              </a:rPr>
              <a:t>- Data Case Presentation + Discussion (15 min)</a:t>
            </a:r>
            <a:br>
              <a:rPr lang="en-GB" sz="1100" dirty="0">
                <a:latin typeface="Arial"/>
                <a:ea typeface="Verdana"/>
                <a:cs typeface="Arial"/>
              </a:rPr>
            </a:br>
            <a:r>
              <a:rPr lang="en-GB" sz="1100" dirty="0">
                <a:latin typeface="Arial"/>
                <a:ea typeface="Verdana"/>
                <a:cs typeface="Arial"/>
              </a:rPr>
              <a:t>- Data Case Code Walkthrough + Discussion (40-45 min)</a:t>
            </a:r>
            <a:br>
              <a:rPr lang="en-GB" sz="1100" dirty="0">
                <a:latin typeface="Arial"/>
                <a:ea typeface="Verdana"/>
                <a:cs typeface="Arial"/>
              </a:rPr>
            </a:br>
            <a:r>
              <a:rPr lang="en-GB" sz="1100" dirty="0">
                <a:latin typeface="Arial"/>
                <a:ea typeface="Verdana"/>
                <a:cs typeface="Arial"/>
              </a:rPr>
              <a:t>- Resume walkthrough (40 min)</a:t>
            </a:r>
            <a:br>
              <a:rPr lang="en-GB" sz="1100" dirty="0">
                <a:latin typeface="Arial"/>
                <a:ea typeface="Verdana"/>
                <a:cs typeface="Arial"/>
              </a:rPr>
            </a:br>
            <a:r>
              <a:rPr lang="en-GB" sz="1100" dirty="0">
                <a:latin typeface="Arial"/>
                <a:ea typeface="Verdana"/>
                <a:cs typeface="Arial"/>
              </a:rPr>
              <a:t>- Feedback (5 min) </a:t>
            </a:r>
            <a:br>
              <a:rPr lang="en-GB" sz="1100" dirty="0">
                <a:latin typeface="Arial"/>
                <a:ea typeface="Verdana"/>
                <a:cs typeface="Arial"/>
              </a:rPr>
            </a:br>
            <a:br>
              <a:rPr lang="en-GB" sz="1100" dirty="0">
                <a:latin typeface="Arial" panose="020B0604020202020204" pitchFamily="34" charset="0"/>
                <a:ea typeface="Verdana" panose="020B0604030504040204" pitchFamily="34" charset="0"/>
                <a:cs typeface="Arial" panose="020B0604020202020204" pitchFamily="34" charset="0"/>
              </a:rPr>
            </a:br>
            <a:r>
              <a:rPr lang="en-GB" sz="1100" dirty="0">
                <a:latin typeface="Arial"/>
                <a:ea typeface="Verdana"/>
                <a:cs typeface="Arial"/>
              </a:rPr>
              <a:t>Check in your presentation as well as your code into the Gitlab Repo.</a:t>
            </a:r>
            <a:br>
              <a:rPr lang="en-GB" sz="1100" dirty="0">
                <a:latin typeface="Arial" panose="020B0604020202020204" pitchFamily="34" charset="0"/>
                <a:ea typeface="Verdana" panose="020B0604030504040204" pitchFamily="34" charset="0"/>
                <a:cs typeface="Arial" panose="020B0604020202020204" pitchFamily="34" charset="0"/>
              </a:rPr>
            </a:br>
            <a:br>
              <a:rPr lang="en-GB" sz="1100" dirty="0">
                <a:latin typeface="Arial" panose="020B0604020202020204" pitchFamily="34" charset="0"/>
                <a:ea typeface="Verdana" panose="020B0604030504040204" pitchFamily="34" charset="0"/>
                <a:cs typeface="Arial" panose="020B0604020202020204" pitchFamily="34" charset="0"/>
              </a:rPr>
            </a:br>
            <a:r>
              <a:rPr lang="en-GB" sz="1100" dirty="0">
                <a:latin typeface="Arial"/>
                <a:ea typeface="Verdana"/>
                <a:cs typeface="Arial"/>
              </a:rPr>
              <a:t>State and explain the effort you put into the presentation. Remember, this case shall demonstrate both your data engineering and your consulting skills. </a:t>
            </a:r>
            <a:br>
              <a:rPr lang="en-GB" sz="1100" dirty="0">
                <a:latin typeface="Arial" panose="020B0604020202020204" pitchFamily="34" charset="0"/>
                <a:ea typeface="Verdana" panose="020B0604030504040204" pitchFamily="34" charset="0"/>
                <a:cs typeface="Arial" panose="020B0604020202020204" pitchFamily="34" charset="0"/>
              </a:rPr>
            </a:br>
            <a:br>
              <a:rPr lang="en-GB" sz="1100" dirty="0">
                <a:latin typeface="Arial" panose="020B0604020202020204" pitchFamily="34" charset="0"/>
                <a:ea typeface="Verdana" panose="020B0604030504040204" pitchFamily="34" charset="0"/>
                <a:cs typeface="Arial" panose="020B0604020202020204" pitchFamily="34" charset="0"/>
              </a:rPr>
            </a:br>
            <a:r>
              <a:rPr lang="en-GB" sz="1100" dirty="0">
                <a:latin typeface="Arial"/>
                <a:ea typeface="Verdana"/>
                <a:cs typeface="Arial"/>
              </a:rPr>
              <a:t>Feel free to reach out to us at </a:t>
            </a:r>
            <a:r>
              <a:rPr lang="en-GB" sz="1100" dirty="0" err="1">
                <a:latin typeface="Arial"/>
                <a:ea typeface="Verdana"/>
                <a:cs typeface="Arial"/>
              </a:rPr>
              <a:t>Eraneos</a:t>
            </a:r>
            <a:r>
              <a:rPr lang="en-GB" sz="1100" dirty="0">
                <a:latin typeface="Arial"/>
                <a:ea typeface="Verdana"/>
                <a:cs typeface="Arial"/>
              </a:rPr>
              <a:t> Analytics in case you have questions regarding the data case: </a:t>
            </a:r>
            <a:r>
              <a:rPr lang="en-GB" sz="1100" u="sng" dirty="0" err="1">
                <a:solidFill>
                  <a:schemeClr val="accent6"/>
                </a:solidFill>
                <a:latin typeface="Arial"/>
                <a:ea typeface="Verdana"/>
                <a:cs typeface="Arial"/>
              </a:rPr>
              <a:t>career.de@eraneos.com</a:t>
            </a:r>
            <a:endParaRPr lang="en-GB" sz="1100" dirty="0">
              <a:latin typeface="Arial" panose="020B0604020202020204" pitchFamily="34" charset="0"/>
              <a:ea typeface="Verdana" panose="020B0604030504040204" pitchFamily="34" charset="0"/>
              <a:cs typeface="Arial" panose="020B0604020202020204" pitchFamily="34" charset="0"/>
            </a:endParaRPr>
          </a:p>
        </p:txBody>
      </p:sp>
      <p:sp>
        <p:nvSpPr>
          <p:cNvPr id="9" name="Textplatzhalter 8">
            <a:extLst>
              <a:ext uri="{FF2B5EF4-FFF2-40B4-BE49-F238E27FC236}">
                <a16:creationId xmlns:a16="http://schemas.microsoft.com/office/drawing/2014/main" id="{31501874-866A-5B67-6397-B409B3B8A232}"/>
              </a:ext>
            </a:extLst>
          </p:cNvPr>
          <p:cNvSpPr>
            <a:spLocks noGrp="1"/>
          </p:cNvSpPr>
          <p:nvPr>
            <p:ph type="body" sz="quarter" idx="41"/>
          </p:nvPr>
        </p:nvSpPr>
        <p:spPr/>
        <p:txBody>
          <a:bodyPr/>
          <a:lstStyle/>
          <a:p>
            <a:r>
              <a:rPr lang="en-US"/>
              <a:t>Interview Case Study</a:t>
            </a:r>
          </a:p>
        </p:txBody>
      </p:sp>
      <p:sp>
        <p:nvSpPr>
          <p:cNvPr id="7" name="Foliennummernplatzhalter 6">
            <a:extLst>
              <a:ext uri="{FF2B5EF4-FFF2-40B4-BE49-F238E27FC236}">
                <a16:creationId xmlns:a16="http://schemas.microsoft.com/office/drawing/2014/main" id="{55AFE8EA-2E75-9318-B563-E46905D30D13}"/>
              </a:ext>
            </a:extLst>
          </p:cNvPr>
          <p:cNvSpPr>
            <a:spLocks noGrp="1"/>
          </p:cNvSpPr>
          <p:nvPr>
            <p:ph type="sldNum" sz="quarter" idx="4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23F07A-CEC6-4CA8-9EF8-AC37F6E73B6A}" type="slidenum">
              <a:rPr kumimoji="0" lang="en-GB" sz="9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0" normalizeH="0" baseline="0" noProof="0">
              <a:ln>
                <a:noFill/>
              </a:ln>
              <a:solidFill>
                <a:srgbClr val="000000"/>
              </a:solidFill>
              <a:effectLst/>
              <a:uLnTx/>
              <a:uFillTx/>
              <a:latin typeface="Arial"/>
              <a:ea typeface="+mn-ea"/>
              <a:cs typeface="+mn-cs"/>
            </a:endParaRPr>
          </a:p>
        </p:txBody>
      </p:sp>
      <p:sp>
        <p:nvSpPr>
          <p:cNvPr id="2" name="Textfeld 2">
            <a:extLst>
              <a:ext uri="{FF2B5EF4-FFF2-40B4-BE49-F238E27FC236}">
                <a16:creationId xmlns:a16="http://schemas.microsoft.com/office/drawing/2014/main" id="{A2710E54-BDA1-E2C6-9DAC-6BD19C10D3FF}"/>
              </a:ext>
            </a:extLst>
          </p:cNvPr>
          <p:cNvSpPr txBox="1"/>
          <p:nvPr/>
        </p:nvSpPr>
        <p:spPr>
          <a:xfrm>
            <a:off x="3931946" y="1780130"/>
            <a:ext cx="3557158" cy="3785652"/>
          </a:xfrm>
          <a:prstGeom prst="rect">
            <a:avLst/>
          </a:prstGeom>
          <a:noFill/>
        </p:spPr>
        <p:txBody>
          <a:bodyPr wrap="square" lIns="91440" tIns="45720" rIns="91440" bIns="45720" rtlCol="0" anchor="t">
            <a:spAutoFit/>
          </a:bodyPr>
          <a:lstStyle/>
          <a:p>
            <a:pPr defTabSz="346100">
              <a:lnSpc>
                <a:spcPts val="1200"/>
              </a:lnSpc>
              <a:defRPr/>
            </a:pPr>
            <a:r>
              <a:rPr lang="en-US" sz="1000" dirty="0"/>
              <a:t>Your task is to design the architecture for </a:t>
            </a:r>
          </a:p>
          <a:p>
            <a:pPr defTabSz="346100">
              <a:lnSpc>
                <a:spcPts val="1200"/>
              </a:lnSpc>
              <a:defRPr/>
            </a:pPr>
            <a:r>
              <a:rPr lang="en-US" sz="1000" dirty="0"/>
              <a:t>a service where clients will be able to send their data via POST requests.</a:t>
            </a:r>
            <a:br>
              <a:rPr lang="en-US" sz="1000" dirty="0"/>
            </a:br>
            <a:br>
              <a:rPr lang="en-US" sz="1000" dirty="0"/>
            </a:br>
            <a:r>
              <a:rPr lang="en-US" sz="1000" dirty="0"/>
              <a:t>You‘ll find a detailed description about the target API on slide 3.</a:t>
            </a:r>
          </a:p>
          <a:p>
            <a:pPr defTabSz="346100">
              <a:lnSpc>
                <a:spcPts val="1200"/>
              </a:lnSpc>
              <a:defRPr/>
            </a:pPr>
            <a:endParaRPr lang="en-US" sz="1000" dirty="0"/>
          </a:p>
          <a:p>
            <a:pPr defTabSz="346100">
              <a:lnSpc>
                <a:spcPts val="1200"/>
              </a:lnSpc>
              <a:defRPr/>
            </a:pPr>
            <a:r>
              <a:rPr lang="en-US" sz="1000" dirty="0"/>
              <a:t>We want to see careful considerations of design. Examples include but are not limited to: scalability, security, automation, and data lineage/governance.</a:t>
            </a:r>
          </a:p>
          <a:p>
            <a:pPr defTabSz="346100">
              <a:lnSpc>
                <a:spcPts val="1200"/>
              </a:lnSpc>
              <a:defRPr/>
            </a:pPr>
            <a:endParaRPr lang="en-US" sz="1000" dirty="0"/>
          </a:p>
          <a:p>
            <a:pPr defTabSz="346100">
              <a:lnSpc>
                <a:spcPts val="1200"/>
              </a:lnSpc>
              <a:defRPr/>
            </a:pPr>
            <a:r>
              <a:rPr lang="en-US" sz="1000" dirty="0"/>
              <a:t>Think about these items and how you would approach implementing them. They should be included in your presentation.</a:t>
            </a:r>
            <a:endParaRPr lang="en-US" sz="1000" dirty="0">
              <a:cs typeface="Arial"/>
            </a:endParaRPr>
          </a:p>
          <a:p>
            <a:pPr defTabSz="346100">
              <a:lnSpc>
                <a:spcPts val="1200"/>
              </a:lnSpc>
              <a:defRPr/>
            </a:pPr>
            <a:endParaRPr lang="en-US" sz="1000" dirty="0"/>
          </a:p>
          <a:p>
            <a:pPr defTabSz="346100">
              <a:lnSpc>
                <a:spcPts val="1200"/>
              </a:lnSpc>
              <a:defRPr/>
            </a:pPr>
            <a:r>
              <a:rPr lang="en-US" sz="1000" dirty="0"/>
              <a:t>You don't need to implement them, but feel free to do so if time permits.</a:t>
            </a:r>
          </a:p>
          <a:p>
            <a:pPr defTabSz="346100">
              <a:lnSpc>
                <a:spcPts val="1200"/>
              </a:lnSpc>
              <a:defRPr/>
            </a:pPr>
            <a:endParaRPr lang="en-US" sz="1000" dirty="0"/>
          </a:p>
          <a:p>
            <a:pPr defTabSz="346100">
              <a:lnSpc>
                <a:spcPts val="1200"/>
              </a:lnSpc>
              <a:defRPr/>
            </a:pPr>
            <a:r>
              <a:rPr lang="en-US" sz="1000" dirty="0"/>
              <a:t>You will receive an invite to a Gitlab Repo that we create for your data challenge. Feel free to mock up the API schema and any other specifications or metadata there. </a:t>
            </a:r>
          </a:p>
          <a:p>
            <a:pPr defTabSz="346100">
              <a:lnSpc>
                <a:spcPts val="1200"/>
              </a:lnSpc>
              <a:defRPr/>
            </a:pPr>
            <a:endParaRPr lang="en-US" sz="1000" dirty="0"/>
          </a:p>
          <a:p>
            <a:pPr defTabSz="346100">
              <a:lnSpc>
                <a:spcPts val="1200"/>
              </a:lnSpc>
              <a:defRPr/>
            </a:pPr>
            <a:r>
              <a:rPr lang="en-US" sz="1000" dirty="0"/>
              <a:t>Please upload your presentation to the repository as well, at least 24 hours prior to the interview.</a:t>
            </a:r>
            <a:endParaRPr lang="en-US" sz="1000" dirty="0">
              <a:cs typeface="Arial"/>
            </a:endParaRPr>
          </a:p>
        </p:txBody>
      </p:sp>
      <p:sp>
        <p:nvSpPr>
          <p:cNvPr id="3" name="Textfeld 22">
            <a:extLst>
              <a:ext uri="{FF2B5EF4-FFF2-40B4-BE49-F238E27FC236}">
                <a16:creationId xmlns:a16="http://schemas.microsoft.com/office/drawing/2014/main" id="{565885CA-BC5A-9841-8C05-9903247C282E}"/>
              </a:ext>
            </a:extLst>
          </p:cNvPr>
          <p:cNvSpPr txBox="1"/>
          <p:nvPr/>
        </p:nvSpPr>
        <p:spPr>
          <a:xfrm>
            <a:off x="7847387" y="1777287"/>
            <a:ext cx="3566159" cy="2246769"/>
          </a:xfrm>
          <a:prstGeom prst="rect">
            <a:avLst/>
          </a:prstGeom>
          <a:noFill/>
        </p:spPr>
        <p:txBody>
          <a:bodyPr wrap="square" lIns="91440" tIns="45720" rIns="91440" bIns="45720" rtlCol="0" anchor="t">
            <a:spAutoFit/>
          </a:bodyPr>
          <a:lstStyle/>
          <a:p>
            <a:pPr defTabSz="346100">
              <a:lnSpc>
                <a:spcPts val="1200"/>
              </a:lnSpc>
              <a:defRPr/>
            </a:pPr>
            <a:r>
              <a:rPr lang="en-US" sz="1000" dirty="0"/>
              <a:t>We expect the solution to be effectively deployed on AWS or Googe Cloud.</a:t>
            </a:r>
            <a:endParaRPr lang="en-US" sz="1000" dirty="0">
              <a:cs typeface="Arial"/>
            </a:endParaRPr>
          </a:p>
          <a:p>
            <a:pPr defTabSz="346100">
              <a:lnSpc>
                <a:spcPts val="1200"/>
              </a:lnSpc>
              <a:defRPr/>
            </a:pPr>
            <a:br>
              <a:rPr lang="en-US" sz="1000" dirty="0"/>
            </a:br>
            <a:r>
              <a:rPr lang="en-US" sz="1000" dirty="0"/>
              <a:t>Feel free to use any coding language and technology that you feel is the most appropriate for the task and you feel comfortable with.</a:t>
            </a:r>
          </a:p>
          <a:p>
            <a:pPr defTabSz="346100">
              <a:lnSpc>
                <a:spcPts val="1200"/>
              </a:lnSpc>
              <a:defRPr/>
            </a:pPr>
            <a:endParaRPr lang="en-US" sz="1000" dirty="0"/>
          </a:p>
          <a:p>
            <a:pPr defTabSz="346100">
              <a:lnSpc>
                <a:spcPts val="1200"/>
              </a:lnSpc>
              <a:defRPr/>
            </a:pPr>
            <a:r>
              <a:rPr lang="en-US" sz="1000" dirty="0"/>
              <a:t>Bonus: consider hybrid or multi-cloud setups. When would this be beneficial?</a:t>
            </a:r>
          </a:p>
          <a:p>
            <a:pPr defTabSz="346100">
              <a:lnSpc>
                <a:spcPts val="1200"/>
              </a:lnSpc>
              <a:defRPr/>
            </a:pPr>
            <a:endParaRPr lang="en-US" sz="1000" dirty="0"/>
          </a:p>
          <a:p>
            <a:pPr defTabSz="346100">
              <a:lnSpc>
                <a:spcPts val="1200"/>
              </a:lnSpc>
              <a:defRPr/>
            </a:pPr>
            <a:r>
              <a:rPr lang="en-US" sz="1000" dirty="0"/>
              <a:t>Feel free to use GenAI coding assistants to create and improve your architecture and pipelines. We are looking forward to an open discussion what you used and how it improved your efficiency.</a:t>
            </a:r>
          </a:p>
        </p:txBody>
      </p:sp>
      <p:sp>
        <p:nvSpPr>
          <p:cNvPr id="5" name="Textfeld 3">
            <a:extLst>
              <a:ext uri="{FF2B5EF4-FFF2-40B4-BE49-F238E27FC236}">
                <a16:creationId xmlns:a16="http://schemas.microsoft.com/office/drawing/2014/main" id="{44B9A642-88CD-8452-3F24-E84E6CE42E74}"/>
              </a:ext>
            </a:extLst>
          </p:cNvPr>
          <p:cNvSpPr txBox="1"/>
          <p:nvPr/>
        </p:nvSpPr>
        <p:spPr>
          <a:xfrm>
            <a:off x="3922944" y="1085011"/>
            <a:ext cx="2394282" cy="338940"/>
          </a:xfrm>
          <a:prstGeom prst="rect">
            <a:avLst/>
          </a:prstGeom>
          <a:noFill/>
        </p:spPr>
        <p:txBody>
          <a:bodyPr wrap="square" lIns="91440" tIns="45720" rIns="91440" bIns="45720" rtlCol="0" anchor="t">
            <a:noAutofit/>
          </a:bodyPr>
          <a:lstStyle/>
          <a:p>
            <a:pPr defTabSz="346100">
              <a:defRPr/>
            </a:pPr>
            <a:r>
              <a:rPr lang="en-US" b="1" dirty="0">
                <a:solidFill>
                  <a:schemeClr val="accent6"/>
                </a:solidFill>
                <a:ea typeface="Verdana Pro Bold" pitchFamily="34" charset="-122"/>
              </a:rPr>
              <a:t>Instructions</a:t>
            </a:r>
          </a:p>
          <a:p>
            <a:pPr defTabSz="346100">
              <a:defRPr/>
            </a:pPr>
            <a:endParaRPr lang="en-US" sz="1000" b="1" dirty="0">
              <a:solidFill>
                <a:schemeClr val="accent6"/>
              </a:solidFill>
              <a:ea typeface="Verdana Pro Bold" pitchFamily="34" charset="-122"/>
            </a:endParaRPr>
          </a:p>
        </p:txBody>
      </p:sp>
      <p:cxnSp>
        <p:nvCxnSpPr>
          <p:cNvPr id="6" name="Gerader Verbinder 7">
            <a:extLst>
              <a:ext uri="{FF2B5EF4-FFF2-40B4-BE49-F238E27FC236}">
                <a16:creationId xmlns:a16="http://schemas.microsoft.com/office/drawing/2014/main" id="{C9B6B8D5-1ACD-5609-8AAD-9C599ED022BA}"/>
              </a:ext>
            </a:extLst>
          </p:cNvPr>
          <p:cNvCxnSpPr>
            <a:cxnSpLocks/>
          </p:cNvCxnSpPr>
          <p:nvPr/>
        </p:nvCxnSpPr>
        <p:spPr>
          <a:xfrm>
            <a:off x="3922944" y="1566945"/>
            <a:ext cx="35661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8">
            <a:extLst>
              <a:ext uri="{FF2B5EF4-FFF2-40B4-BE49-F238E27FC236}">
                <a16:creationId xmlns:a16="http://schemas.microsoft.com/office/drawing/2014/main" id="{B9D0889F-A7D6-40D0-FC98-690C06A3A4F5}"/>
              </a:ext>
            </a:extLst>
          </p:cNvPr>
          <p:cNvCxnSpPr>
            <a:cxnSpLocks/>
          </p:cNvCxnSpPr>
          <p:nvPr/>
        </p:nvCxnSpPr>
        <p:spPr>
          <a:xfrm>
            <a:off x="3879320" y="947944"/>
            <a:ext cx="35661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9">
            <a:extLst>
              <a:ext uri="{FF2B5EF4-FFF2-40B4-BE49-F238E27FC236}">
                <a16:creationId xmlns:a16="http://schemas.microsoft.com/office/drawing/2014/main" id="{639E8FE1-7311-C7AB-0503-9A04180A2716}"/>
              </a:ext>
            </a:extLst>
          </p:cNvPr>
          <p:cNvCxnSpPr>
            <a:cxnSpLocks/>
          </p:cNvCxnSpPr>
          <p:nvPr/>
        </p:nvCxnSpPr>
        <p:spPr>
          <a:xfrm>
            <a:off x="7799264" y="947944"/>
            <a:ext cx="35661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2A2AB437-942D-3B38-4E10-2024D8DA0F1C}"/>
              </a:ext>
            </a:extLst>
          </p:cNvPr>
          <p:cNvCxnSpPr>
            <a:cxnSpLocks/>
          </p:cNvCxnSpPr>
          <p:nvPr/>
        </p:nvCxnSpPr>
        <p:spPr>
          <a:xfrm>
            <a:off x="3879320" y="469733"/>
            <a:ext cx="787825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E0583A26-D4FE-8D53-AE4C-FD770EAFC11A}"/>
              </a:ext>
            </a:extLst>
          </p:cNvPr>
          <p:cNvSpPr txBox="1"/>
          <p:nvPr/>
        </p:nvSpPr>
        <p:spPr>
          <a:xfrm>
            <a:off x="3922944" y="568326"/>
            <a:ext cx="3712768" cy="246221"/>
          </a:xfrm>
          <a:prstGeom prst="rect">
            <a:avLst/>
          </a:prstGeom>
          <a:noFill/>
        </p:spPr>
        <p:txBody>
          <a:bodyPr wrap="square" lIns="91440" tIns="45720" rIns="91440" bIns="45720" rtlCol="0" anchor="t">
            <a:spAutoFit/>
          </a:bodyPr>
          <a:lstStyle/>
          <a:p>
            <a:pPr defTabSz="346100">
              <a:defRPr/>
            </a:pPr>
            <a:r>
              <a:rPr lang="en-US" sz="1000"/>
              <a:t>Content and formal explanations for applicant interview case.</a:t>
            </a:r>
          </a:p>
        </p:txBody>
      </p:sp>
      <p:cxnSp>
        <p:nvCxnSpPr>
          <p:cNvPr id="18" name="Gerader Verbinder 20">
            <a:extLst>
              <a:ext uri="{FF2B5EF4-FFF2-40B4-BE49-F238E27FC236}">
                <a16:creationId xmlns:a16="http://schemas.microsoft.com/office/drawing/2014/main" id="{A50CFD50-60A9-BD76-CC76-9B110752BD3B}"/>
              </a:ext>
            </a:extLst>
          </p:cNvPr>
          <p:cNvCxnSpPr>
            <a:cxnSpLocks/>
          </p:cNvCxnSpPr>
          <p:nvPr/>
        </p:nvCxnSpPr>
        <p:spPr>
          <a:xfrm>
            <a:off x="7847388" y="1566945"/>
            <a:ext cx="35661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feld 21">
            <a:extLst>
              <a:ext uri="{FF2B5EF4-FFF2-40B4-BE49-F238E27FC236}">
                <a16:creationId xmlns:a16="http://schemas.microsoft.com/office/drawing/2014/main" id="{8E6A729D-23CF-39AE-DFCD-F93951A8DC6F}"/>
              </a:ext>
            </a:extLst>
          </p:cNvPr>
          <p:cNvSpPr txBox="1"/>
          <p:nvPr/>
        </p:nvSpPr>
        <p:spPr>
          <a:xfrm>
            <a:off x="7821075" y="1093079"/>
            <a:ext cx="2394282" cy="338940"/>
          </a:xfrm>
          <a:prstGeom prst="rect">
            <a:avLst/>
          </a:prstGeom>
          <a:noFill/>
        </p:spPr>
        <p:txBody>
          <a:bodyPr wrap="square" lIns="91440" tIns="45720" rIns="91440" bIns="45720" rtlCol="0" anchor="t">
            <a:noAutofit/>
          </a:bodyPr>
          <a:lstStyle/>
          <a:p>
            <a:pPr defTabSz="346100">
              <a:defRPr/>
            </a:pPr>
            <a:r>
              <a:rPr lang="en-US" b="1">
                <a:solidFill>
                  <a:schemeClr val="accent6"/>
                </a:solidFill>
                <a:ea typeface="Verdana Pro Bold" pitchFamily="34" charset="-122"/>
              </a:rPr>
              <a:t>Data &amp; Technology</a:t>
            </a:r>
          </a:p>
          <a:p>
            <a:pPr defTabSz="346100">
              <a:defRPr/>
            </a:pPr>
            <a:endParaRPr lang="en-US" sz="1000" b="1">
              <a:solidFill>
                <a:schemeClr val="accent6"/>
              </a:solidFill>
              <a:ea typeface="Verdana Pro Bold" pitchFamily="34" charset="-122"/>
            </a:endParaRPr>
          </a:p>
        </p:txBody>
      </p:sp>
      <p:cxnSp>
        <p:nvCxnSpPr>
          <p:cNvPr id="96" name="Gerader Verbinder 11">
            <a:extLst>
              <a:ext uri="{FF2B5EF4-FFF2-40B4-BE49-F238E27FC236}">
                <a16:creationId xmlns:a16="http://schemas.microsoft.com/office/drawing/2014/main" id="{114755EC-A9A2-9DCE-6833-251E18E10F4F}"/>
              </a:ext>
            </a:extLst>
          </p:cNvPr>
          <p:cNvCxnSpPr>
            <a:cxnSpLocks/>
          </p:cNvCxnSpPr>
          <p:nvPr/>
        </p:nvCxnSpPr>
        <p:spPr>
          <a:xfrm>
            <a:off x="3931947" y="5979721"/>
            <a:ext cx="787825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Gerader Verbinder 15">
            <a:extLst>
              <a:ext uri="{FF2B5EF4-FFF2-40B4-BE49-F238E27FC236}">
                <a16:creationId xmlns:a16="http://schemas.microsoft.com/office/drawing/2014/main" id="{81574847-A15E-DE44-F456-809FFE752B3A}"/>
              </a:ext>
            </a:extLst>
          </p:cNvPr>
          <p:cNvCxnSpPr>
            <a:cxnSpLocks/>
          </p:cNvCxnSpPr>
          <p:nvPr/>
        </p:nvCxnSpPr>
        <p:spPr>
          <a:xfrm>
            <a:off x="372798" y="5979721"/>
            <a:ext cx="296921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535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14AE0-8B1A-71DD-4B2C-ECA1EBD7DBB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5D9306F-B83B-60B2-5F9A-C6B6758D1B9C}"/>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55D9306F-B83B-60B2-5F9A-C6B6758D1B9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7CFBDC-6B4B-FBE8-56F1-2BD915852727}"/>
              </a:ext>
            </a:extLst>
          </p:cNvPr>
          <p:cNvSpPr>
            <a:spLocks noGrp="1"/>
          </p:cNvSpPr>
          <p:nvPr>
            <p:ph type="title"/>
          </p:nvPr>
        </p:nvSpPr>
        <p:spPr>
          <a:xfrm>
            <a:off x="442914" y="778567"/>
            <a:ext cx="6341064" cy="430887"/>
          </a:xfrm>
        </p:spPr>
        <p:txBody>
          <a:bodyPr vert="horz"/>
          <a:lstStyle/>
          <a:p>
            <a:pPr marL="0" marR="0" lvl="0" indent="0" defTabSz="914400" rtl="0" eaLnBrk="1" fontAlgn="auto" latinLnBrk="0" hangingPunct="1">
              <a:lnSpc>
                <a:spcPct val="100000"/>
              </a:lnSpc>
              <a:spcBef>
                <a:spcPts val="0"/>
              </a:spcBef>
              <a:spcAft>
                <a:spcPts val="0"/>
              </a:spcAft>
              <a:tabLst/>
              <a:defRPr/>
            </a:pPr>
            <a:r>
              <a:rPr kumimoji="0" lang="en-US" sz="2800" b="1" i="0" u="none" strike="noStrike" kern="1200" cap="none" spc="0" normalizeH="0" baseline="0" noProof="0" dirty="0">
                <a:ln>
                  <a:noFill/>
                </a:ln>
                <a:effectLst/>
                <a:uLnTx/>
                <a:uFillTx/>
              </a:rPr>
              <a:t>Tasks</a:t>
            </a:r>
            <a:r>
              <a:rPr kumimoji="0" lang="en-US" sz="2800" i="0" u="none" strike="noStrike" kern="1200" cap="none" spc="0" normalizeH="0" baseline="0" noProof="0" dirty="0">
                <a:ln>
                  <a:noFill/>
                </a:ln>
                <a:effectLst/>
                <a:uLnTx/>
                <a:uFillTx/>
                <a:ea typeface="+mn-ea"/>
                <a:cs typeface="+mn-cs"/>
              </a:rPr>
              <a:t> that the service should perform </a:t>
            </a:r>
            <a:endParaRPr lang="en-US" noProof="0" dirty="0"/>
          </a:p>
        </p:txBody>
      </p:sp>
      <p:sp>
        <p:nvSpPr>
          <p:cNvPr id="3" name="Text Placeholder 2">
            <a:extLst>
              <a:ext uri="{FF2B5EF4-FFF2-40B4-BE49-F238E27FC236}">
                <a16:creationId xmlns:a16="http://schemas.microsoft.com/office/drawing/2014/main" id="{81C0E204-373F-0641-E0C2-6FC1D308798E}"/>
              </a:ext>
            </a:extLst>
          </p:cNvPr>
          <p:cNvSpPr>
            <a:spLocks noGrp="1"/>
          </p:cNvSpPr>
          <p:nvPr>
            <p:ph type="body" sz="quarter" idx="41"/>
          </p:nvPr>
        </p:nvSpPr>
        <p:spPr/>
        <p:txBody>
          <a:bodyPr/>
          <a:lstStyle/>
          <a:p>
            <a:r>
              <a:rPr kumimoji="0" lang="en-US" sz="900" i="0" u="none" strike="noStrike" kern="1200" cap="none" spc="0" normalizeH="0" baseline="0" noProof="0">
                <a:ln>
                  <a:noFill/>
                </a:ln>
                <a:effectLst/>
                <a:uLnTx/>
                <a:uFillTx/>
                <a:ea typeface="+mn-ea"/>
                <a:cs typeface="+mn-cs"/>
              </a:rPr>
              <a:t>Hints for solving data case</a:t>
            </a:r>
            <a:endParaRPr kumimoji="0" lang="en-US" sz="900" i="0" u="none" strike="noStrike" kern="1200" cap="none" spc="0" normalizeH="0" baseline="0" noProof="0">
              <a:ln>
                <a:noFill/>
              </a:ln>
              <a:effectLst/>
              <a:uLnTx/>
              <a:uFillTx/>
            </a:endParaRPr>
          </a:p>
        </p:txBody>
      </p:sp>
      <p:sp>
        <p:nvSpPr>
          <p:cNvPr id="4" name="Slide Number Placeholder 3">
            <a:extLst>
              <a:ext uri="{FF2B5EF4-FFF2-40B4-BE49-F238E27FC236}">
                <a16:creationId xmlns:a16="http://schemas.microsoft.com/office/drawing/2014/main" id="{EBA13A80-BFA1-A203-4AB4-153A7B7C6FED}"/>
              </a:ext>
            </a:extLst>
          </p:cNvPr>
          <p:cNvSpPr>
            <a:spLocks noGrp="1"/>
          </p:cNvSpPr>
          <p:nvPr>
            <p:ph type="sldNum" sz="quarter" idx="42"/>
          </p:nvPr>
        </p:nvSpPr>
        <p:spPr/>
        <p:txBody>
          <a:bodyPr/>
          <a:lstStyle/>
          <a:p>
            <a:fld id="{AC23F07A-CEC6-4CA8-9EF8-AC37F6E73B6A}" type="slidenum">
              <a:rPr lang="en-US" noProof="0" smtClean="0"/>
              <a:pPr/>
              <a:t>3</a:t>
            </a:fld>
            <a:endParaRPr lang="en-US" noProof="0"/>
          </a:p>
        </p:txBody>
      </p:sp>
      <p:grpSp>
        <p:nvGrpSpPr>
          <p:cNvPr id="7" name="Group 6">
            <a:extLst>
              <a:ext uri="{FF2B5EF4-FFF2-40B4-BE49-F238E27FC236}">
                <a16:creationId xmlns:a16="http://schemas.microsoft.com/office/drawing/2014/main" id="{B816AC5A-D22A-F30C-FB36-461DBDF5B0C1}"/>
              </a:ext>
            </a:extLst>
          </p:cNvPr>
          <p:cNvGrpSpPr/>
          <p:nvPr/>
        </p:nvGrpSpPr>
        <p:grpSpPr>
          <a:xfrm>
            <a:off x="4922555" y="1377153"/>
            <a:ext cx="4088690" cy="881791"/>
            <a:chOff x="4845760" y="1404800"/>
            <a:chExt cx="4088690" cy="881791"/>
          </a:xfrm>
        </p:grpSpPr>
        <p:sp>
          <p:nvSpPr>
            <p:cNvPr id="15" name="Textfeld 34">
              <a:extLst>
                <a:ext uri="{FF2B5EF4-FFF2-40B4-BE49-F238E27FC236}">
                  <a16:creationId xmlns:a16="http://schemas.microsoft.com/office/drawing/2014/main" id="{2A23FEAF-3B04-50B3-77C9-0A3F4827CD84}"/>
                </a:ext>
              </a:extLst>
            </p:cNvPr>
            <p:cNvSpPr txBox="1"/>
            <p:nvPr/>
          </p:nvSpPr>
          <p:spPr>
            <a:xfrm>
              <a:off x="4849370" y="1404800"/>
              <a:ext cx="3414095" cy="288147"/>
            </a:xfrm>
            <a:prstGeom prst="rect">
              <a:avLst/>
            </a:prstGeom>
            <a:noFill/>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6"/>
                  </a:solidFill>
                  <a:effectLst/>
                  <a:uLnTx/>
                  <a:uFillTx/>
                </a:rPr>
                <a:t>02 | Storing raw data </a:t>
              </a:r>
              <a:endParaRPr kumimoji="0" lang="en-US" sz="1050" b="1" i="0" u="none" strike="noStrike" kern="1200" cap="none" spc="0" normalizeH="0" baseline="0" noProof="0" dirty="0">
                <a:ln>
                  <a:noFill/>
                </a:ln>
                <a:solidFill>
                  <a:schemeClr val="accent6"/>
                </a:solidFill>
                <a:effectLst/>
                <a:uLnTx/>
                <a:uFillTx/>
              </a:endParaRPr>
            </a:p>
          </p:txBody>
        </p:sp>
        <p:cxnSp>
          <p:nvCxnSpPr>
            <p:cNvPr id="16" name="Straight Connector 15">
              <a:extLst>
                <a:ext uri="{FF2B5EF4-FFF2-40B4-BE49-F238E27FC236}">
                  <a16:creationId xmlns:a16="http://schemas.microsoft.com/office/drawing/2014/main" id="{D7C0F960-982A-5563-8BA1-1E02B8545D98}"/>
                </a:ext>
              </a:extLst>
            </p:cNvPr>
            <p:cNvCxnSpPr>
              <a:cxnSpLocks/>
            </p:cNvCxnSpPr>
            <p:nvPr/>
          </p:nvCxnSpPr>
          <p:spPr>
            <a:xfrm>
              <a:off x="4845760" y="1725345"/>
              <a:ext cx="4088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feld 44">
              <a:extLst>
                <a:ext uri="{FF2B5EF4-FFF2-40B4-BE49-F238E27FC236}">
                  <a16:creationId xmlns:a16="http://schemas.microsoft.com/office/drawing/2014/main" id="{FC6A50BD-2C0B-E7F8-92D1-C68DDCF0CA2D}"/>
                </a:ext>
              </a:extLst>
            </p:cNvPr>
            <p:cNvSpPr txBox="1"/>
            <p:nvPr/>
          </p:nvSpPr>
          <p:spPr>
            <a:xfrm>
              <a:off x="4936245" y="1842323"/>
              <a:ext cx="3921428" cy="444268"/>
            </a:xfrm>
            <a:prstGeom prst="rect">
              <a:avLst/>
            </a:prstGeom>
            <a:noFill/>
            <a:ln>
              <a:noFill/>
            </a:ln>
          </p:spPr>
          <p:txBody>
            <a:bodyPr wrap="square" lIns="72000" tIns="0" rIns="36000" bIns="0" rtlCol="0">
              <a:noAutofit/>
            </a:bodyPr>
            <a:lstStyle/>
            <a:p>
              <a:pPr algn="l"/>
              <a:r>
                <a:rPr lang="en-US" sz="1100" noProof="0" dirty="0"/>
                <a:t>The raw data should be stored immediately using an appropriate storage option.</a:t>
              </a:r>
            </a:p>
            <a:p>
              <a:pPr algn="l"/>
              <a:endParaRPr lang="en-US" sz="1300" noProof="0" dirty="0"/>
            </a:p>
          </p:txBody>
        </p:sp>
        <p:cxnSp>
          <p:nvCxnSpPr>
            <p:cNvPr id="26" name="Straight Connector 90">
              <a:extLst>
                <a:ext uri="{FF2B5EF4-FFF2-40B4-BE49-F238E27FC236}">
                  <a16:creationId xmlns:a16="http://schemas.microsoft.com/office/drawing/2014/main" id="{EBBCAE85-0F06-BFAC-048E-CC36D8C7E7D6}"/>
                </a:ext>
              </a:extLst>
            </p:cNvPr>
            <p:cNvCxnSpPr>
              <a:cxnSpLocks/>
            </p:cNvCxnSpPr>
            <p:nvPr/>
          </p:nvCxnSpPr>
          <p:spPr>
            <a:xfrm>
              <a:off x="4848139" y="1722964"/>
              <a:ext cx="0" cy="226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7D5F0F6-E89B-E39C-7427-C04A83BA7492}"/>
              </a:ext>
            </a:extLst>
          </p:cNvPr>
          <p:cNvGrpSpPr/>
          <p:nvPr/>
        </p:nvGrpSpPr>
        <p:grpSpPr>
          <a:xfrm>
            <a:off x="4891912" y="4546514"/>
            <a:ext cx="4088690" cy="1917849"/>
            <a:chOff x="4876238" y="4451634"/>
            <a:chExt cx="4088690" cy="1917849"/>
          </a:xfrm>
        </p:grpSpPr>
        <p:sp>
          <p:nvSpPr>
            <p:cNvPr id="19" name="Textfeld 34">
              <a:extLst>
                <a:ext uri="{FF2B5EF4-FFF2-40B4-BE49-F238E27FC236}">
                  <a16:creationId xmlns:a16="http://schemas.microsoft.com/office/drawing/2014/main" id="{8521BCCA-5203-2810-BFE3-042ACBE3A60B}"/>
                </a:ext>
              </a:extLst>
            </p:cNvPr>
            <p:cNvSpPr txBox="1"/>
            <p:nvPr/>
          </p:nvSpPr>
          <p:spPr>
            <a:xfrm>
              <a:off x="4876238" y="4451634"/>
              <a:ext cx="3805501" cy="288147"/>
            </a:xfrm>
            <a:prstGeom prst="rect">
              <a:avLst/>
            </a:prstGeom>
            <a:noFill/>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6"/>
                  </a:solidFill>
                  <a:effectLst/>
                  <a:uLnTx/>
                  <a:uFillTx/>
                </a:rPr>
                <a:t>04 | Data storage</a:t>
              </a:r>
            </a:p>
          </p:txBody>
        </p:sp>
        <p:cxnSp>
          <p:nvCxnSpPr>
            <p:cNvPr id="20" name="Straight Connector 19">
              <a:extLst>
                <a:ext uri="{FF2B5EF4-FFF2-40B4-BE49-F238E27FC236}">
                  <a16:creationId xmlns:a16="http://schemas.microsoft.com/office/drawing/2014/main" id="{098A77CE-14C8-C70A-364A-3B23C0ABC05F}"/>
                </a:ext>
              </a:extLst>
            </p:cNvPr>
            <p:cNvCxnSpPr>
              <a:cxnSpLocks/>
            </p:cNvCxnSpPr>
            <p:nvPr/>
          </p:nvCxnSpPr>
          <p:spPr>
            <a:xfrm>
              <a:off x="4876238" y="4785479"/>
              <a:ext cx="4088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feld 43">
              <a:extLst>
                <a:ext uri="{FF2B5EF4-FFF2-40B4-BE49-F238E27FC236}">
                  <a16:creationId xmlns:a16="http://schemas.microsoft.com/office/drawing/2014/main" id="{0C115376-DCC5-BB95-5AB8-E490A92A7E0B}"/>
                </a:ext>
              </a:extLst>
            </p:cNvPr>
            <p:cNvSpPr txBox="1"/>
            <p:nvPr/>
          </p:nvSpPr>
          <p:spPr>
            <a:xfrm>
              <a:off x="4975722" y="4896798"/>
              <a:ext cx="3699534" cy="1472685"/>
            </a:xfrm>
            <a:prstGeom prst="rect">
              <a:avLst/>
            </a:prstGeom>
            <a:noFill/>
            <a:ln>
              <a:noFill/>
            </a:ln>
          </p:spPr>
          <p:txBody>
            <a:bodyPr wrap="square" lIns="72000" tIns="0" rIns="72000" bIns="0" rtlCol="0">
              <a:noAutofit/>
            </a:bodyPr>
            <a:lstStyle/>
            <a:p>
              <a:pPr algn="l"/>
              <a:r>
                <a:rPr lang="en-US" sz="1100" noProof="0" dirty="0"/>
                <a:t>For each processed </a:t>
              </a:r>
              <a:r>
                <a:rPr lang="en-US" sz="1100" noProof="0" dirty="0" err="1"/>
                <a:t>json</a:t>
              </a:r>
              <a:r>
                <a:rPr lang="en-US" sz="1100" noProof="0" dirty="0"/>
                <a:t> the service should store the UTC timestamp, mean, standard deviation, and enriched data in a daily-partitioned database. Create a materialized view aggregating the sum of mean and standard deviation data per day. If the same UTC timestamp is received twice, the existing data should be updated to reflect the mean and standard deviation across all data.</a:t>
              </a:r>
            </a:p>
          </p:txBody>
        </p:sp>
        <p:cxnSp>
          <p:nvCxnSpPr>
            <p:cNvPr id="27" name="Straight Connector 90">
              <a:extLst>
                <a:ext uri="{FF2B5EF4-FFF2-40B4-BE49-F238E27FC236}">
                  <a16:creationId xmlns:a16="http://schemas.microsoft.com/office/drawing/2014/main" id="{9D266876-1D5F-DC9D-FB6F-87AFECE94AB6}"/>
                </a:ext>
              </a:extLst>
            </p:cNvPr>
            <p:cNvCxnSpPr>
              <a:cxnSpLocks/>
            </p:cNvCxnSpPr>
            <p:nvPr/>
          </p:nvCxnSpPr>
          <p:spPr>
            <a:xfrm>
              <a:off x="4876238" y="4783798"/>
              <a:ext cx="0" cy="226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9E417B75-E8DD-6878-81D9-6BD5F003D9A2}"/>
              </a:ext>
            </a:extLst>
          </p:cNvPr>
          <p:cNvGrpSpPr/>
          <p:nvPr/>
        </p:nvGrpSpPr>
        <p:grpSpPr>
          <a:xfrm>
            <a:off x="4887522" y="2376429"/>
            <a:ext cx="4093080" cy="2052601"/>
            <a:chOff x="371474" y="4449488"/>
            <a:chExt cx="4093080" cy="2052601"/>
          </a:xfrm>
        </p:grpSpPr>
        <p:sp>
          <p:nvSpPr>
            <p:cNvPr id="17" name="Textfeld 34">
              <a:extLst>
                <a:ext uri="{FF2B5EF4-FFF2-40B4-BE49-F238E27FC236}">
                  <a16:creationId xmlns:a16="http://schemas.microsoft.com/office/drawing/2014/main" id="{76C0CCCA-BE5F-6B89-7952-9F8DB4B54E65}"/>
                </a:ext>
              </a:extLst>
            </p:cNvPr>
            <p:cNvSpPr txBox="1"/>
            <p:nvPr/>
          </p:nvSpPr>
          <p:spPr>
            <a:xfrm>
              <a:off x="371474" y="4449488"/>
              <a:ext cx="3241329" cy="288147"/>
            </a:xfrm>
            <a:prstGeom prst="rect">
              <a:avLst/>
            </a:prstGeom>
            <a:noFill/>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6"/>
                  </a:solidFill>
                  <a:effectLst/>
                  <a:uLnTx/>
                  <a:uFillTx/>
                </a:rPr>
                <a:t>03 | Data transformation </a:t>
              </a:r>
              <a:endParaRPr kumimoji="0" lang="en-US" sz="1050" b="1" i="0" u="none" strike="noStrike" kern="1200" cap="none" spc="0" normalizeH="0" baseline="0" noProof="0" dirty="0">
                <a:ln>
                  <a:noFill/>
                </a:ln>
                <a:solidFill>
                  <a:schemeClr val="accent6"/>
                </a:solidFill>
                <a:effectLst/>
                <a:uLnTx/>
                <a:uFillTx/>
              </a:endParaRPr>
            </a:p>
          </p:txBody>
        </p:sp>
        <p:cxnSp>
          <p:nvCxnSpPr>
            <p:cNvPr id="18" name="Straight Connector 17">
              <a:extLst>
                <a:ext uri="{FF2B5EF4-FFF2-40B4-BE49-F238E27FC236}">
                  <a16:creationId xmlns:a16="http://schemas.microsoft.com/office/drawing/2014/main" id="{BB6C6242-15A7-8DFF-D378-AEDB265F2291}"/>
                </a:ext>
              </a:extLst>
            </p:cNvPr>
            <p:cNvCxnSpPr>
              <a:cxnSpLocks/>
            </p:cNvCxnSpPr>
            <p:nvPr/>
          </p:nvCxnSpPr>
          <p:spPr>
            <a:xfrm>
              <a:off x="375864" y="4783798"/>
              <a:ext cx="4088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feld 40">
              <a:extLst>
                <a:ext uri="{FF2B5EF4-FFF2-40B4-BE49-F238E27FC236}">
                  <a16:creationId xmlns:a16="http://schemas.microsoft.com/office/drawing/2014/main" id="{37F19065-4C22-2B63-F048-27C6CD1A5998}"/>
                </a:ext>
              </a:extLst>
            </p:cNvPr>
            <p:cNvSpPr txBox="1"/>
            <p:nvPr/>
          </p:nvSpPr>
          <p:spPr>
            <a:xfrm>
              <a:off x="460840" y="4871894"/>
              <a:ext cx="3646616" cy="1630195"/>
            </a:xfrm>
            <a:prstGeom prst="rect">
              <a:avLst/>
            </a:prstGeom>
            <a:noFill/>
            <a:ln>
              <a:noFill/>
            </a:ln>
          </p:spPr>
          <p:txBody>
            <a:bodyPr wrap="square" lIns="72000" tIns="0" rIns="72000" bIns="0" rtlCol="0">
              <a:noAutofit/>
            </a:bodyPr>
            <a:lstStyle/>
            <a:p>
              <a:r>
                <a:rPr lang="en-US" sz="1100" noProof="0" dirty="0">
                  <a:solidFill>
                    <a:schemeClr val="tx1"/>
                  </a:solidFill>
                </a:rPr>
                <a:t>Each </a:t>
              </a:r>
              <a:r>
                <a:rPr lang="en-US" sz="1100" noProof="0" dirty="0" err="1">
                  <a:solidFill>
                    <a:schemeClr val="tx1"/>
                  </a:solidFill>
                </a:rPr>
                <a:t>json</a:t>
              </a:r>
              <a:r>
                <a:rPr lang="en-US" sz="1100" noProof="0" dirty="0">
                  <a:solidFill>
                    <a:schemeClr val="tx1"/>
                  </a:solidFill>
                </a:rPr>
                <a:t> contains a `</a:t>
              </a:r>
              <a:r>
                <a:rPr lang="en-US" sz="1100" noProof="0" dirty="0" err="1">
                  <a:solidFill>
                    <a:schemeClr val="tx1"/>
                  </a:solidFill>
                </a:rPr>
                <a:t>time_stamp</a:t>
              </a:r>
              <a:r>
                <a:rPr lang="en-US" sz="1100" noProof="0" dirty="0">
                  <a:solidFill>
                    <a:schemeClr val="tx1"/>
                  </a:solidFill>
                </a:rPr>
                <a:t>` and `data` keys. Timestamps are in `US/Eastern` and should be converted to UTC. We are interested in the mean and standard deviation of the data, so please calculate those. </a:t>
              </a:r>
            </a:p>
            <a:p>
              <a:endParaRPr lang="en-US" sz="1100" noProof="0" dirty="0">
                <a:solidFill>
                  <a:schemeClr val="tx1"/>
                </a:solidFill>
              </a:endParaRPr>
            </a:p>
            <a:p>
              <a:r>
                <a:rPr lang="en-US" sz="1100" dirty="0"/>
                <a:t>Please ensure that data quality checks are performed and handle failures appropriately.</a:t>
              </a:r>
              <a:endParaRPr lang="en-US" sz="1100" noProof="0" dirty="0">
                <a:solidFill>
                  <a:schemeClr val="tx1"/>
                </a:solidFill>
              </a:endParaRPr>
            </a:p>
          </p:txBody>
        </p:sp>
        <p:cxnSp>
          <p:nvCxnSpPr>
            <p:cNvPr id="28" name="Straight Connector 90">
              <a:extLst>
                <a:ext uri="{FF2B5EF4-FFF2-40B4-BE49-F238E27FC236}">
                  <a16:creationId xmlns:a16="http://schemas.microsoft.com/office/drawing/2014/main" id="{D2D1D97A-2C9A-260D-C741-64EE90DB61E2}"/>
                </a:ext>
              </a:extLst>
            </p:cNvPr>
            <p:cNvCxnSpPr>
              <a:cxnSpLocks/>
            </p:cNvCxnSpPr>
            <p:nvPr/>
          </p:nvCxnSpPr>
          <p:spPr>
            <a:xfrm>
              <a:off x="371474" y="4783798"/>
              <a:ext cx="0" cy="226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E8DCE3D1-0907-01EB-6338-61D15B8EAEE0}"/>
              </a:ext>
            </a:extLst>
          </p:cNvPr>
          <p:cNvGrpSpPr/>
          <p:nvPr/>
        </p:nvGrpSpPr>
        <p:grpSpPr>
          <a:xfrm>
            <a:off x="368391" y="3884119"/>
            <a:ext cx="4088691" cy="2215118"/>
            <a:chOff x="375863" y="1721156"/>
            <a:chExt cx="4088691" cy="2215118"/>
          </a:xfrm>
        </p:grpSpPr>
        <p:sp>
          <p:nvSpPr>
            <p:cNvPr id="13" name="Textfeld 34">
              <a:extLst>
                <a:ext uri="{FF2B5EF4-FFF2-40B4-BE49-F238E27FC236}">
                  <a16:creationId xmlns:a16="http://schemas.microsoft.com/office/drawing/2014/main" id="{265EB5B9-CF97-3BF2-0B89-E92C4B2756B3}"/>
                </a:ext>
              </a:extLst>
            </p:cNvPr>
            <p:cNvSpPr txBox="1"/>
            <p:nvPr/>
          </p:nvSpPr>
          <p:spPr>
            <a:xfrm>
              <a:off x="390273" y="1721156"/>
              <a:ext cx="3803058" cy="288147"/>
            </a:xfrm>
            <a:prstGeom prst="rect">
              <a:avLst/>
            </a:prstGeom>
            <a:noFill/>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accent6"/>
                  </a:solidFill>
                </a:rPr>
                <a:t>01 | Data ingestion</a:t>
              </a:r>
            </a:p>
          </p:txBody>
        </p:sp>
        <p:cxnSp>
          <p:nvCxnSpPr>
            <p:cNvPr id="14" name="Straight Connector 13">
              <a:extLst>
                <a:ext uri="{FF2B5EF4-FFF2-40B4-BE49-F238E27FC236}">
                  <a16:creationId xmlns:a16="http://schemas.microsoft.com/office/drawing/2014/main" id="{45B02B28-A372-378B-1824-EC65ED068D33}"/>
                </a:ext>
              </a:extLst>
            </p:cNvPr>
            <p:cNvCxnSpPr>
              <a:cxnSpLocks/>
            </p:cNvCxnSpPr>
            <p:nvPr/>
          </p:nvCxnSpPr>
          <p:spPr>
            <a:xfrm>
              <a:off x="375864" y="2021436"/>
              <a:ext cx="4088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feld 37">
              <a:extLst>
                <a:ext uri="{FF2B5EF4-FFF2-40B4-BE49-F238E27FC236}">
                  <a16:creationId xmlns:a16="http://schemas.microsoft.com/office/drawing/2014/main" id="{91E83E2A-A9D1-0856-9E0E-925C912CEFEB}"/>
                </a:ext>
              </a:extLst>
            </p:cNvPr>
            <p:cNvSpPr txBox="1"/>
            <p:nvPr/>
          </p:nvSpPr>
          <p:spPr>
            <a:xfrm>
              <a:off x="460840" y="2146444"/>
              <a:ext cx="3838202" cy="1789830"/>
            </a:xfrm>
            <a:prstGeom prst="rect">
              <a:avLst/>
            </a:prstGeom>
            <a:noFill/>
            <a:ln>
              <a:noFill/>
            </a:ln>
          </p:spPr>
          <p:txBody>
            <a:bodyPr wrap="square" lIns="72000" tIns="0" rIns="72000" bIns="0" rtlCol="0">
              <a:noAutofit/>
            </a:bodyPr>
            <a:lstStyle/>
            <a:p>
              <a:r>
                <a:rPr lang="en-US" sz="1100" noProof="0" dirty="0">
                  <a:solidFill>
                    <a:schemeClr val="tx1"/>
                  </a:solidFill>
                </a:rPr>
                <a:t>The data will be submitted in JSON format as a POST request with a command equivalent to:</a:t>
              </a:r>
              <a:br>
                <a:rPr lang="en-US" sz="1100" noProof="0" dirty="0">
                  <a:solidFill>
                    <a:schemeClr val="tx1"/>
                  </a:solidFill>
                </a:rPr>
              </a:br>
              <a:endParaRPr lang="en-US" sz="1100" noProof="0" dirty="0">
                <a:solidFill>
                  <a:schemeClr val="tx1"/>
                </a:solidFill>
              </a:endParaRPr>
            </a:p>
            <a:p>
              <a:endParaRPr lang="en-US" sz="1100" noProof="0" dirty="0"/>
            </a:p>
            <a:p>
              <a:endParaRPr lang="en-US" sz="1100" noProof="0" dirty="0">
                <a:solidFill>
                  <a:schemeClr val="tx1"/>
                </a:solidFill>
              </a:endParaRPr>
            </a:p>
            <a:p>
              <a:endParaRPr lang="en-US" sz="1100" noProof="0" dirty="0"/>
            </a:p>
            <a:p>
              <a:endParaRPr lang="en-US" sz="1100" noProof="0" dirty="0">
                <a:solidFill>
                  <a:schemeClr val="tx1"/>
                </a:solidFill>
              </a:endParaRPr>
            </a:p>
            <a:p>
              <a:endParaRPr lang="en-US" sz="1100" noProof="0" dirty="0"/>
            </a:p>
            <a:p>
              <a:r>
                <a:rPr lang="en-US" sz="1100" noProof="0" dirty="0">
                  <a:solidFill>
                    <a:schemeClr val="tx1"/>
                  </a:solidFill>
                </a:rPr>
                <a:t>Please find an example </a:t>
              </a:r>
              <a:r>
                <a:rPr lang="en-US" sz="1100" noProof="0" dirty="0" err="1">
                  <a:solidFill>
                    <a:schemeClr val="tx1"/>
                  </a:solidFill>
                </a:rPr>
                <a:t>json</a:t>
              </a:r>
              <a:r>
                <a:rPr lang="en-US" sz="1100" noProof="0" dirty="0">
                  <a:solidFill>
                    <a:schemeClr val="tx1"/>
                  </a:solidFill>
                </a:rPr>
                <a:t> payload in the appendix.</a:t>
              </a:r>
            </a:p>
            <a:p>
              <a:pPr algn="l"/>
              <a:endParaRPr lang="en-US" sz="800" b="1" noProof="0" dirty="0"/>
            </a:p>
          </p:txBody>
        </p:sp>
        <p:cxnSp>
          <p:nvCxnSpPr>
            <p:cNvPr id="25" name="Straight Connector 90">
              <a:extLst>
                <a:ext uri="{FF2B5EF4-FFF2-40B4-BE49-F238E27FC236}">
                  <a16:creationId xmlns:a16="http://schemas.microsoft.com/office/drawing/2014/main" id="{CA2EF915-5C09-E82F-4DA7-EE3218424A0A}"/>
                </a:ext>
              </a:extLst>
            </p:cNvPr>
            <p:cNvCxnSpPr>
              <a:cxnSpLocks/>
            </p:cNvCxnSpPr>
            <p:nvPr/>
          </p:nvCxnSpPr>
          <p:spPr>
            <a:xfrm>
              <a:off x="375863" y="2019055"/>
              <a:ext cx="0" cy="226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5F80AC4-6ADC-2EC2-5124-897D6C7B020F}"/>
                </a:ext>
              </a:extLst>
            </p:cNvPr>
            <p:cNvSpPr txBox="1"/>
            <p:nvPr/>
          </p:nvSpPr>
          <p:spPr>
            <a:xfrm>
              <a:off x="460840" y="2712176"/>
              <a:ext cx="3732491" cy="652757"/>
            </a:xfrm>
            <a:prstGeom prst="rect">
              <a:avLst/>
            </a:prstGeom>
            <a:solidFill>
              <a:schemeClr val="accent2">
                <a:lumMod val="20000"/>
                <a:lumOff val="80000"/>
              </a:schemeClr>
            </a:solidFill>
          </p:spPr>
          <p:txBody>
            <a:bodyPr wrap="square" lIns="36000" tIns="36000" rIns="0" bIns="0" rtlCol="0">
              <a:noAutofit/>
            </a:bodyPr>
            <a:lstStyle/>
            <a:p>
              <a:pPr algn="l"/>
              <a:r>
                <a:rPr lang="en-US" sz="800" noProof="0">
                  <a:solidFill>
                    <a:schemeClr val="tx1"/>
                  </a:solidFill>
                  <a:ea typeface="Hack Nerd Font Mono" panose="020B0609030202020204" pitchFamily="49" charset="0"/>
                  <a:cs typeface="Hack Nerd Font Mono" panose="020B0609030202020204" pitchFamily="49" charset="0"/>
                </a:rPr>
                <a:t>curl -X POST -d @</a:t>
              </a:r>
              <a:r>
                <a:rPr lang="en-US" sz="800" noProof="0" err="1">
                  <a:solidFill>
                    <a:schemeClr val="tx1"/>
                  </a:solidFill>
                  <a:ea typeface="Hack Nerd Font Mono" panose="020B0609030202020204" pitchFamily="49" charset="0"/>
                  <a:cs typeface="Hack Nerd Font Mono" panose="020B0609030202020204" pitchFamily="49" charset="0"/>
                </a:rPr>
                <a:t>file.json</a:t>
              </a:r>
              <a:r>
                <a:rPr lang="en-US" sz="800" noProof="0">
                  <a:solidFill>
                    <a:schemeClr val="tx1"/>
                  </a:solidFill>
                  <a:ea typeface="Hack Nerd Font Mono" panose="020B0609030202020204" pitchFamily="49" charset="0"/>
                  <a:cs typeface="Hack Nerd Font Mono" panose="020B0609030202020204" pitchFamily="49" charset="0"/>
                </a:rPr>
                <a:t> </a:t>
              </a:r>
              <a:r>
                <a:rPr lang="en-US" sz="800" noProof="0">
                  <a:solidFill>
                    <a:schemeClr val="tx1"/>
                  </a:solidFill>
                  <a:ea typeface="Hack Nerd Font Mono" panose="020B0609030202020204" pitchFamily="49" charset="0"/>
                  <a:cs typeface="Hack Nerd Font Mono" panose="020B0609030202020204" pitchFamily="49" charset="0"/>
                  <a:hlinkClick r:id="rId5">
                    <a:extLst>
                      <a:ext uri="{A12FA001-AC4F-418D-AE19-62706E023703}">
                        <ahyp:hlinkClr xmlns:ahyp="http://schemas.microsoft.com/office/drawing/2018/hyperlinkcolor" val="tx"/>
                      </a:ext>
                    </a:extLst>
                  </a:hlinkClick>
                </a:rPr>
                <a:t>http://service.com/endpoint</a:t>
              </a:r>
              <a:br>
                <a:rPr lang="en-US" sz="800" noProof="0">
                  <a:solidFill>
                    <a:schemeClr val="tx1"/>
                  </a:solidFill>
                  <a:ea typeface="Hack Nerd Font Mono" panose="020B0609030202020204" pitchFamily="49" charset="0"/>
                  <a:cs typeface="Hack Nerd Font Mono" panose="020B0609030202020204" pitchFamily="49" charset="0"/>
                </a:rPr>
              </a:br>
              <a:endParaRPr lang="en-US" sz="800" noProof="0">
                <a:solidFill>
                  <a:schemeClr val="tx1"/>
                </a:solidFill>
                <a:ea typeface="Hack Nerd Font Mono" panose="020B0609030202020204" pitchFamily="49" charset="0"/>
                <a:cs typeface="Hack Nerd Font Mono" panose="020B0609030202020204" pitchFamily="49" charset="0"/>
              </a:endParaRPr>
            </a:p>
            <a:p>
              <a:pPr algn="l"/>
              <a:r>
                <a:rPr lang="en-US" sz="800" noProof="0">
                  <a:solidFill>
                    <a:schemeClr val="tx1"/>
                  </a:solidFill>
                  <a:ea typeface="Hack Nerd Font Mono" panose="020B0609030202020204" pitchFamily="49" charset="0"/>
                  <a:cs typeface="Hack Nerd Font Mono" panose="020B0609030202020204" pitchFamily="49" charset="0"/>
                </a:rPr>
                <a:t># or as form data, it‘s up to you</a:t>
              </a:r>
              <a:br>
                <a:rPr lang="en-US" sz="800" noProof="0">
                  <a:solidFill>
                    <a:schemeClr val="tx1"/>
                  </a:solidFill>
                  <a:ea typeface="Hack Nerd Font Mono" panose="020B0609030202020204" pitchFamily="49" charset="0"/>
                  <a:cs typeface="Hack Nerd Font Mono" panose="020B0609030202020204" pitchFamily="49" charset="0"/>
                </a:rPr>
              </a:br>
              <a:r>
                <a:rPr lang="en-US" sz="800" noProof="0">
                  <a:solidFill>
                    <a:schemeClr val="tx1"/>
                  </a:solidFill>
                  <a:ea typeface="Hack Nerd Font Mono" panose="020B0609030202020204" pitchFamily="49" charset="0"/>
                  <a:cs typeface="Hack Nerd Font Mono" panose="020B0609030202020204" pitchFamily="49" charset="0"/>
                </a:rPr>
                <a:t>curl -X POST -F "</a:t>
              </a:r>
              <a:r>
                <a:rPr lang="en-US" sz="800" noProof="0" err="1">
                  <a:solidFill>
                    <a:schemeClr val="tx1"/>
                  </a:solidFill>
                  <a:ea typeface="Hack Nerd Font Mono" panose="020B0609030202020204" pitchFamily="49" charset="0"/>
                  <a:cs typeface="Hack Nerd Font Mono" panose="020B0609030202020204" pitchFamily="49" charset="0"/>
                </a:rPr>
                <a:t>file_upload</a:t>
              </a:r>
              <a:r>
                <a:rPr lang="en-US" sz="800" noProof="0">
                  <a:solidFill>
                    <a:schemeClr val="tx1"/>
                  </a:solidFill>
                  <a:ea typeface="Hack Nerd Font Mono" panose="020B0609030202020204" pitchFamily="49" charset="0"/>
                  <a:cs typeface="Hack Nerd Font Mono" panose="020B0609030202020204" pitchFamily="49" charset="0"/>
                </a:rPr>
                <a:t>=@</a:t>
              </a:r>
              <a:r>
                <a:rPr lang="en-US" sz="800" noProof="0" err="1">
                  <a:solidFill>
                    <a:schemeClr val="tx1"/>
                  </a:solidFill>
                  <a:ea typeface="Hack Nerd Font Mono" panose="020B0609030202020204" pitchFamily="49" charset="0"/>
                  <a:cs typeface="Hack Nerd Font Mono" panose="020B0609030202020204" pitchFamily="49" charset="0"/>
                </a:rPr>
                <a:t>file.json</a:t>
              </a:r>
              <a:r>
                <a:rPr lang="en-US" sz="800" noProof="0">
                  <a:solidFill>
                    <a:schemeClr val="tx1"/>
                  </a:solidFill>
                  <a:ea typeface="Hack Nerd Font Mono" panose="020B0609030202020204" pitchFamily="49" charset="0"/>
                  <a:cs typeface="Hack Nerd Font Mono" panose="020B0609030202020204" pitchFamily="49" charset="0"/>
                </a:rPr>
                <a:t>" </a:t>
              </a:r>
              <a:r>
                <a:rPr lang="en-US" sz="800" noProof="0">
                  <a:solidFill>
                    <a:schemeClr val="tx1"/>
                  </a:solidFill>
                  <a:ea typeface="Hack Nerd Font Mono" panose="020B0609030202020204" pitchFamily="49" charset="0"/>
                  <a:cs typeface="Hack Nerd Font Mono" panose="020B0609030202020204" pitchFamily="49" charset="0"/>
                  <a:hlinkClick r:id="rId5">
                    <a:extLst>
                      <a:ext uri="{A12FA001-AC4F-418D-AE19-62706E023703}">
                        <ahyp:hlinkClr xmlns:ahyp="http://schemas.microsoft.com/office/drawing/2018/hyperlinkcolor" val="tx"/>
                      </a:ext>
                    </a:extLst>
                  </a:hlinkClick>
                </a:rPr>
                <a:t>http://service.com/endpoint</a:t>
              </a:r>
              <a:endParaRPr lang="en-US" sz="800" noProof="0">
                <a:ea typeface="Hack Nerd Font Mono" panose="020B0609030202020204" pitchFamily="49" charset="0"/>
                <a:cs typeface="Hack Nerd Font Mono" panose="020B0609030202020204" pitchFamily="49" charset="0"/>
              </a:endParaRPr>
            </a:p>
          </p:txBody>
        </p:sp>
      </p:grpSp>
      <p:pic>
        <p:nvPicPr>
          <p:cNvPr id="31" name="Picture Placeholder 23">
            <a:extLst>
              <a:ext uri="{FF2B5EF4-FFF2-40B4-BE49-F238E27FC236}">
                <a16:creationId xmlns:a16="http://schemas.microsoft.com/office/drawing/2014/main" id="{CDB4F07B-B632-02E1-3574-6EC612C2398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5" r="26864" b="25"/>
          <a:stretch/>
        </p:blipFill>
        <p:spPr>
          <a:xfrm>
            <a:off x="9331559" y="-1"/>
            <a:ext cx="2845116" cy="6858000"/>
          </a:xfrm>
          <a:prstGeom prst="rect">
            <a:avLst/>
          </a:prstGeom>
        </p:spPr>
      </p:pic>
      <p:grpSp>
        <p:nvGrpSpPr>
          <p:cNvPr id="10" name="Group 9">
            <a:extLst>
              <a:ext uri="{FF2B5EF4-FFF2-40B4-BE49-F238E27FC236}">
                <a16:creationId xmlns:a16="http://schemas.microsoft.com/office/drawing/2014/main" id="{F759DCFB-C13A-CC2D-8177-99F560249DD8}"/>
              </a:ext>
            </a:extLst>
          </p:cNvPr>
          <p:cNvGrpSpPr/>
          <p:nvPr/>
        </p:nvGrpSpPr>
        <p:grpSpPr>
          <a:xfrm>
            <a:off x="361295" y="1377153"/>
            <a:ext cx="4088690" cy="1047905"/>
            <a:chOff x="4845760" y="1404800"/>
            <a:chExt cx="4088690" cy="1047905"/>
          </a:xfrm>
        </p:grpSpPr>
        <p:sp>
          <p:nvSpPr>
            <p:cNvPr id="11" name="Textfeld 34">
              <a:extLst>
                <a:ext uri="{FF2B5EF4-FFF2-40B4-BE49-F238E27FC236}">
                  <a16:creationId xmlns:a16="http://schemas.microsoft.com/office/drawing/2014/main" id="{1639D6A2-546F-C23A-38C0-5714CA2B2488}"/>
                </a:ext>
              </a:extLst>
            </p:cNvPr>
            <p:cNvSpPr txBox="1"/>
            <p:nvPr/>
          </p:nvSpPr>
          <p:spPr>
            <a:xfrm>
              <a:off x="4849370" y="1404800"/>
              <a:ext cx="3414095" cy="288147"/>
            </a:xfrm>
            <a:prstGeom prst="rect">
              <a:avLst/>
            </a:prstGeom>
            <a:noFill/>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accent6"/>
                  </a:solidFill>
                </a:rPr>
                <a:t>-1</a:t>
              </a:r>
              <a:r>
                <a:rPr kumimoji="0" lang="en-US" sz="1400" b="1" i="0" u="none" strike="noStrike" kern="1200" cap="none" spc="0" normalizeH="0" baseline="0" noProof="0" dirty="0">
                  <a:ln>
                    <a:noFill/>
                  </a:ln>
                  <a:solidFill>
                    <a:schemeClr val="accent6"/>
                  </a:solidFill>
                  <a:effectLst/>
                  <a:uLnTx/>
                  <a:uFillTx/>
                </a:rPr>
                <a:t> | Reference data</a:t>
              </a:r>
              <a:endParaRPr kumimoji="0" lang="en-US" sz="1050" b="1" i="0" u="none" strike="noStrike" kern="1200" cap="none" spc="0" normalizeH="0" baseline="0" noProof="0" dirty="0">
                <a:ln>
                  <a:noFill/>
                </a:ln>
                <a:solidFill>
                  <a:schemeClr val="accent6"/>
                </a:solidFill>
                <a:effectLst/>
                <a:uLnTx/>
                <a:uFillTx/>
              </a:endParaRPr>
            </a:p>
          </p:txBody>
        </p:sp>
        <p:cxnSp>
          <p:nvCxnSpPr>
            <p:cNvPr id="12" name="Straight Connector 11">
              <a:extLst>
                <a:ext uri="{FF2B5EF4-FFF2-40B4-BE49-F238E27FC236}">
                  <a16:creationId xmlns:a16="http://schemas.microsoft.com/office/drawing/2014/main" id="{31E140B5-727C-506C-19AB-F142784F1133}"/>
                </a:ext>
              </a:extLst>
            </p:cNvPr>
            <p:cNvCxnSpPr>
              <a:cxnSpLocks/>
            </p:cNvCxnSpPr>
            <p:nvPr/>
          </p:nvCxnSpPr>
          <p:spPr>
            <a:xfrm>
              <a:off x="4845760" y="1725345"/>
              <a:ext cx="4088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feld 44">
              <a:extLst>
                <a:ext uri="{FF2B5EF4-FFF2-40B4-BE49-F238E27FC236}">
                  <a16:creationId xmlns:a16="http://schemas.microsoft.com/office/drawing/2014/main" id="{E874311A-3152-C713-11B5-234CD1B4A709}"/>
                </a:ext>
              </a:extLst>
            </p:cNvPr>
            <p:cNvSpPr txBox="1"/>
            <p:nvPr/>
          </p:nvSpPr>
          <p:spPr>
            <a:xfrm>
              <a:off x="4936245" y="1842322"/>
              <a:ext cx="3921428" cy="610383"/>
            </a:xfrm>
            <a:prstGeom prst="rect">
              <a:avLst/>
            </a:prstGeom>
            <a:noFill/>
            <a:ln>
              <a:noFill/>
            </a:ln>
          </p:spPr>
          <p:txBody>
            <a:bodyPr wrap="square" lIns="72000" tIns="0" rIns="36000" bIns="0" rtlCol="0">
              <a:noAutofit/>
            </a:bodyPr>
            <a:lstStyle/>
            <a:p>
              <a:pPr algn="l"/>
              <a:r>
                <a:rPr lang="en-US" sz="1100" noProof="0" dirty="0"/>
                <a:t>Check the </a:t>
              </a:r>
              <a:r>
                <a:rPr lang="en-US" sz="1100" noProof="0" dirty="0" err="1"/>
                <a:t>json</a:t>
              </a:r>
              <a:r>
                <a:rPr lang="en-US" sz="1100" noProof="0" dirty="0"/>
                <a:t>-data on the last slide of this deck. Consider it being measured data points that shall be ingested and stored to analyze them later on.</a:t>
              </a:r>
              <a:endParaRPr lang="en-US" sz="1300" noProof="0" dirty="0"/>
            </a:p>
          </p:txBody>
        </p:sp>
        <p:cxnSp>
          <p:nvCxnSpPr>
            <p:cNvPr id="32" name="Straight Connector 90">
              <a:extLst>
                <a:ext uri="{FF2B5EF4-FFF2-40B4-BE49-F238E27FC236}">
                  <a16:creationId xmlns:a16="http://schemas.microsoft.com/office/drawing/2014/main" id="{621B20FD-92C8-CE2D-6719-C31A1FEAD3EC}"/>
                </a:ext>
              </a:extLst>
            </p:cNvPr>
            <p:cNvCxnSpPr>
              <a:cxnSpLocks/>
            </p:cNvCxnSpPr>
            <p:nvPr/>
          </p:nvCxnSpPr>
          <p:spPr>
            <a:xfrm>
              <a:off x="4848139" y="1722964"/>
              <a:ext cx="0" cy="226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290E1D6D-6169-06A7-65C1-9FF5F70A3C46}"/>
              </a:ext>
            </a:extLst>
          </p:cNvPr>
          <p:cNvGrpSpPr/>
          <p:nvPr/>
        </p:nvGrpSpPr>
        <p:grpSpPr>
          <a:xfrm>
            <a:off x="361295" y="2594454"/>
            <a:ext cx="4088690" cy="1120269"/>
            <a:chOff x="4845760" y="1404800"/>
            <a:chExt cx="4088690" cy="1120269"/>
          </a:xfrm>
        </p:grpSpPr>
        <p:sp>
          <p:nvSpPr>
            <p:cNvPr id="35" name="Textfeld 34">
              <a:extLst>
                <a:ext uri="{FF2B5EF4-FFF2-40B4-BE49-F238E27FC236}">
                  <a16:creationId xmlns:a16="http://schemas.microsoft.com/office/drawing/2014/main" id="{82E6996D-2FDD-A74B-6776-2ACCF2583FB7}"/>
                </a:ext>
              </a:extLst>
            </p:cNvPr>
            <p:cNvSpPr txBox="1"/>
            <p:nvPr/>
          </p:nvSpPr>
          <p:spPr>
            <a:xfrm>
              <a:off x="4849370" y="1404800"/>
              <a:ext cx="3414095" cy="288147"/>
            </a:xfrm>
            <a:prstGeom prst="rect">
              <a:avLst/>
            </a:prstGeom>
            <a:noFill/>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6"/>
                  </a:solidFill>
                  <a:effectLst/>
                  <a:uLnTx/>
                  <a:uFillTx/>
                </a:rPr>
                <a:t>00 | (Optional) Lineage and Governance</a:t>
              </a:r>
              <a:endParaRPr kumimoji="0" lang="en-US" sz="1050" b="1" i="0" u="none" strike="noStrike" kern="1200" cap="none" spc="0" normalizeH="0" baseline="0" noProof="0" dirty="0">
                <a:ln>
                  <a:noFill/>
                </a:ln>
                <a:solidFill>
                  <a:schemeClr val="accent6"/>
                </a:solidFill>
                <a:effectLst/>
                <a:uLnTx/>
                <a:uFillTx/>
              </a:endParaRPr>
            </a:p>
          </p:txBody>
        </p:sp>
        <p:cxnSp>
          <p:nvCxnSpPr>
            <p:cNvPr id="36" name="Straight Connector 35">
              <a:extLst>
                <a:ext uri="{FF2B5EF4-FFF2-40B4-BE49-F238E27FC236}">
                  <a16:creationId xmlns:a16="http://schemas.microsoft.com/office/drawing/2014/main" id="{4C8B9C53-E0F4-99E5-A33F-B3ACD2D6D0C0}"/>
                </a:ext>
              </a:extLst>
            </p:cNvPr>
            <p:cNvCxnSpPr>
              <a:cxnSpLocks/>
            </p:cNvCxnSpPr>
            <p:nvPr/>
          </p:nvCxnSpPr>
          <p:spPr>
            <a:xfrm>
              <a:off x="4845760" y="1725345"/>
              <a:ext cx="4088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feld 44">
              <a:extLst>
                <a:ext uri="{FF2B5EF4-FFF2-40B4-BE49-F238E27FC236}">
                  <a16:creationId xmlns:a16="http://schemas.microsoft.com/office/drawing/2014/main" id="{D1B7D028-7BD8-31D7-6ED2-5298560D256F}"/>
                </a:ext>
              </a:extLst>
            </p:cNvPr>
            <p:cNvSpPr txBox="1"/>
            <p:nvPr/>
          </p:nvSpPr>
          <p:spPr>
            <a:xfrm>
              <a:off x="4936245" y="1842323"/>
              <a:ext cx="3921428" cy="682746"/>
            </a:xfrm>
            <a:prstGeom prst="rect">
              <a:avLst/>
            </a:prstGeom>
            <a:noFill/>
            <a:ln>
              <a:noFill/>
            </a:ln>
          </p:spPr>
          <p:txBody>
            <a:bodyPr wrap="square" lIns="72000" tIns="0" rIns="36000" bIns="0" rtlCol="0" anchor="t">
              <a:noAutofit/>
            </a:bodyPr>
            <a:lstStyle/>
            <a:p>
              <a:r>
                <a:rPr lang="en-US" sz="1100" dirty="0"/>
                <a:t>Reason about data </a:t>
              </a:r>
              <a:r>
                <a:rPr lang="en-US" sz="1100" noProof="0" dirty="0"/>
                <a:t>contracts and tracking lineage. If time allows, introduce components that allow you to implement these mechanisms.</a:t>
              </a:r>
            </a:p>
          </p:txBody>
        </p:sp>
        <p:cxnSp>
          <p:nvCxnSpPr>
            <p:cNvPr id="38" name="Straight Connector 90">
              <a:extLst>
                <a:ext uri="{FF2B5EF4-FFF2-40B4-BE49-F238E27FC236}">
                  <a16:creationId xmlns:a16="http://schemas.microsoft.com/office/drawing/2014/main" id="{18EE13D2-4560-D16C-010C-EF6D6C1BFC21}"/>
                </a:ext>
              </a:extLst>
            </p:cNvPr>
            <p:cNvCxnSpPr>
              <a:cxnSpLocks/>
            </p:cNvCxnSpPr>
            <p:nvPr/>
          </p:nvCxnSpPr>
          <p:spPr>
            <a:xfrm>
              <a:off x="4848139" y="1722964"/>
              <a:ext cx="0" cy="226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5604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18E81A6-FF9D-0DD1-C4B5-A2BF6A9327FC}"/>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618E81A6-FF9D-0DD1-C4B5-A2BF6A9327F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B3A1919-E508-F5A3-335B-19F1B2FE5E12}"/>
              </a:ext>
            </a:extLst>
          </p:cNvPr>
          <p:cNvSpPr>
            <a:spLocks noGrp="1"/>
          </p:cNvSpPr>
          <p:nvPr>
            <p:ph type="title"/>
          </p:nvPr>
        </p:nvSpPr>
        <p:spPr/>
        <p:txBody>
          <a:bodyPr vert="horz"/>
          <a:lstStyle/>
          <a:p>
            <a:r>
              <a:rPr lang="de-DE" noProof="1">
                <a:solidFill>
                  <a:schemeClr val="bg1"/>
                </a:solidFill>
              </a:rPr>
              <a:t>Optional API enhancements</a:t>
            </a:r>
            <a:endParaRPr lang="en-GB" dirty="0"/>
          </a:p>
        </p:txBody>
      </p:sp>
      <p:sp>
        <p:nvSpPr>
          <p:cNvPr id="3" name="Text Placeholder 2">
            <a:extLst>
              <a:ext uri="{FF2B5EF4-FFF2-40B4-BE49-F238E27FC236}">
                <a16:creationId xmlns:a16="http://schemas.microsoft.com/office/drawing/2014/main" id="{F4012959-EAF9-7B43-11D2-A9614EB99F56}"/>
              </a:ext>
            </a:extLst>
          </p:cNvPr>
          <p:cNvSpPr>
            <a:spLocks noGrp="1"/>
          </p:cNvSpPr>
          <p:nvPr>
            <p:ph type="body" sz="quarter" idx="41"/>
          </p:nvPr>
        </p:nvSpPr>
        <p:spPr/>
        <p:txBody>
          <a:bodyPr/>
          <a:lstStyle/>
          <a:p>
            <a:r>
              <a:rPr lang="en-GB"/>
              <a:t>Eraneos</a:t>
            </a:r>
          </a:p>
        </p:txBody>
      </p:sp>
      <p:pic>
        <p:nvPicPr>
          <p:cNvPr id="7" name="Bildplatzhalter 10">
            <a:extLst>
              <a:ext uri="{FF2B5EF4-FFF2-40B4-BE49-F238E27FC236}">
                <a16:creationId xmlns:a16="http://schemas.microsoft.com/office/drawing/2014/main" id="{FB0E3EA5-8928-2A63-98E3-7F2E6CA5FC54}"/>
              </a:ext>
            </a:extLst>
          </p:cNvPr>
          <p:cNvPicPr>
            <a:picLocks noChangeAspect="1"/>
          </p:cNvPicPr>
          <p:nvPr/>
        </p:nvPicPr>
        <p:blipFill rotWithShape="1">
          <a:blip r:embed="rId5" cstate="print">
            <a:duotone>
              <a:prstClr val="black"/>
              <a:schemeClr val="accent6">
                <a:tint val="45000"/>
                <a:satMod val="400000"/>
              </a:schemeClr>
            </a:duotone>
            <a:extLst>
              <a:ext uri="{28A0092B-C50C-407E-A947-70E740481C1C}">
                <a14:useLocalDpi xmlns:a14="http://schemas.microsoft.com/office/drawing/2010/main" val="0"/>
              </a:ext>
            </a:extLst>
          </a:blip>
          <a:srcRect/>
          <a:stretch/>
        </p:blipFill>
        <p:spPr>
          <a:xfrm flipH="1">
            <a:off x="6311899" y="0"/>
            <a:ext cx="5880099" cy="6858000"/>
          </a:xfrm>
          <a:prstGeom prst="rect">
            <a:avLst/>
          </a:prstGeom>
          <a:pattFill prst="dkUpDiag">
            <a:fgClr>
              <a:schemeClr val="accent1"/>
            </a:fgClr>
            <a:bgClr>
              <a:schemeClr val="bg1"/>
            </a:bgClr>
          </a:pattFill>
        </p:spPr>
      </p:pic>
      <p:sp>
        <p:nvSpPr>
          <p:cNvPr id="9" name="Rechteck 6">
            <a:extLst>
              <a:ext uri="{FF2B5EF4-FFF2-40B4-BE49-F238E27FC236}">
                <a16:creationId xmlns:a16="http://schemas.microsoft.com/office/drawing/2014/main" id="{AC546A93-6B97-2D0E-DC96-3E0D4E4D5FC5}"/>
              </a:ext>
            </a:extLst>
          </p:cNvPr>
          <p:cNvSpPr/>
          <p:nvPr/>
        </p:nvSpPr>
        <p:spPr>
          <a:xfrm rot="10800000">
            <a:off x="6311899" y="21270"/>
            <a:ext cx="4669730" cy="6836730"/>
          </a:xfrm>
          <a:prstGeom prst="rect">
            <a:avLst/>
          </a:prstGeom>
          <a:gradFill>
            <a:gsLst>
              <a:gs pos="0">
                <a:schemeClr val="tx1"/>
              </a:gs>
              <a:gs pos="100000">
                <a:schemeClr val="tx1">
                  <a:alpha val="0"/>
                </a:schemeClr>
              </a:gs>
            </a:gsLst>
            <a:lin ang="10800000" scaled="0"/>
          </a:gradFill>
          <a:ln w="12700">
            <a:noFill/>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Verdana Pro Light"/>
                <a:ea typeface="+mn-ea"/>
                <a:cs typeface="+mn-cs"/>
              </a:rPr>
              <a:t>&lt;</a:t>
            </a:r>
          </a:p>
        </p:txBody>
      </p:sp>
      <p:sp>
        <p:nvSpPr>
          <p:cNvPr id="72" name="Textfeld 26">
            <a:extLst>
              <a:ext uri="{FF2B5EF4-FFF2-40B4-BE49-F238E27FC236}">
                <a16:creationId xmlns:a16="http://schemas.microsoft.com/office/drawing/2014/main" id="{FB2CAACB-7BBE-FFE6-B15D-734455BBA272}"/>
              </a:ext>
            </a:extLst>
          </p:cNvPr>
          <p:cNvSpPr txBox="1"/>
          <p:nvPr/>
        </p:nvSpPr>
        <p:spPr>
          <a:xfrm>
            <a:off x="472905" y="1980219"/>
            <a:ext cx="2025197" cy="2169825"/>
          </a:xfrm>
          <a:prstGeom prst="rect">
            <a:avLst/>
          </a:prstGeom>
          <a:noFill/>
        </p:spPr>
        <p:txBody>
          <a:bodyPr wrap="square">
            <a:spAutoFit/>
          </a:bodyPr>
          <a:lstStyle>
            <a:defPPr>
              <a:defRPr lang="de-DE"/>
            </a:defPPr>
            <a:lvl1pPr marR="0" lvl="0" indent="0" algn="ctr" fontAlgn="auto">
              <a:spcBef>
                <a:spcPts val="0"/>
              </a:spcBef>
              <a:spcAft>
                <a:spcPts val="0"/>
              </a:spcAft>
              <a:buClrTx/>
              <a:buSzTx/>
              <a:buFontTx/>
              <a:buNone/>
              <a:tabLst/>
              <a:defRPr sz="1700" b="1">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i="0" u="none" strike="noStrike" kern="1200" cap="none" spc="0" normalizeH="0" baseline="0" noProof="0">
                <a:ln>
                  <a:noFill/>
                </a:ln>
                <a:solidFill>
                  <a:srgbClr val="FFFFFF"/>
                </a:solidFill>
                <a:effectLst/>
                <a:uLnTx/>
                <a:uFillTx/>
              </a:rPr>
              <a:t>API design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a:solidFill>
                <a:srgbClr val="FFFFFF"/>
              </a:solidFill>
              <a:latin typeface="Verdana Pro Light" panose="020B03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solidFill>
                <a:effectLst/>
                <a:uLnTx/>
                <a:uFillTx/>
                <a:latin typeface="+mn-lt"/>
                <a:ea typeface="Verdana" panose="020B0604030504040204" pitchFamily="34" charset="0"/>
                <a:cs typeface="Verdana" panose="020B0604030504040204" pitchFamily="34" charset="0"/>
              </a:rPr>
              <a:t>API that comes with documentation and is standardized is developer friendly. Consider using Swagger/</a:t>
            </a:r>
            <a:r>
              <a:rPr kumimoji="0" lang="en-US" sz="1500" b="0" i="0" u="none" strike="noStrike" kern="1200" cap="none" spc="0" normalizeH="0" baseline="0" noProof="0" err="1">
                <a:ln>
                  <a:noFill/>
                </a:ln>
                <a:solidFill>
                  <a:srgbClr val="FFFFFF"/>
                </a:solidFill>
                <a:effectLst/>
                <a:uLnTx/>
                <a:uFillTx/>
                <a:latin typeface="+mn-lt"/>
                <a:ea typeface="Verdana" panose="020B0604030504040204" pitchFamily="34" charset="0"/>
                <a:cs typeface="Verdana" panose="020B0604030504040204" pitchFamily="34" charset="0"/>
              </a:rPr>
              <a:t>OpenAPI</a:t>
            </a:r>
            <a:r>
              <a:rPr kumimoji="0" lang="en-US" sz="1500" b="0" i="0" u="none" strike="noStrike" kern="1200" cap="none" spc="0" normalizeH="0" baseline="0" noProof="0">
                <a:ln>
                  <a:noFill/>
                </a:ln>
                <a:solidFill>
                  <a:srgbClr val="FFFFFF"/>
                </a:solidFill>
                <a:effectLst/>
                <a:uLnTx/>
                <a:uFillTx/>
                <a:latin typeface="+mn-lt"/>
                <a:ea typeface="Verdana" panose="020B0604030504040204" pitchFamily="34" charset="0"/>
                <a:cs typeface="Verdana" panose="020B060403050404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p:txBody>
      </p:sp>
      <p:sp>
        <p:nvSpPr>
          <p:cNvPr id="73" name="Textfeld 27">
            <a:extLst>
              <a:ext uri="{FF2B5EF4-FFF2-40B4-BE49-F238E27FC236}">
                <a16:creationId xmlns:a16="http://schemas.microsoft.com/office/drawing/2014/main" id="{8340B4AC-8111-250F-264A-0F92CDB799CD}"/>
              </a:ext>
            </a:extLst>
          </p:cNvPr>
          <p:cNvSpPr txBox="1"/>
          <p:nvPr/>
        </p:nvSpPr>
        <p:spPr>
          <a:xfrm>
            <a:off x="468132" y="1427053"/>
            <a:ext cx="2336173" cy="523220"/>
          </a:xfrm>
          <a:prstGeom prst="rect">
            <a:avLst/>
          </a:prstGeom>
          <a:noFill/>
        </p:spPr>
        <p:txBody>
          <a:bodyPr wrap="square" lIns="91440" tIns="45720" rIns="91440" bIns="45720" rtlCol="0" anchor="t">
            <a:spAutoFit/>
          </a:bodyPr>
          <a:lstStyle/>
          <a:p>
            <a:pPr marL="0" marR="0" lvl="0" indent="0" algn="l" defTabSz="3461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mj-lt"/>
                <a:ea typeface="Verdana Pro Bold" pitchFamily="34" charset="-122"/>
                <a:cs typeface="+mn-cs"/>
              </a:rPr>
              <a:t>01</a:t>
            </a:r>
            <a:endParaRPr kumimoji="0" lang="en-US" sz="2000" b="0" i="0" u="none" strike="noStrike" kern="1200" cap="none" spc="0" normalizeH="0" baseline="0" noProof="0">
              <a:ln>
                <a:noFill/>
              </a:ln>
              <a:solidFill>
                <a:srgbClr val="FFFFFF"/>
              </a:solidFill>
              <a:effectLst/>
              <a:uLnTx/>
              <a:uFillTx/>
              <a:latin typeface="+mj-lt"/>
              <a:ea typeface="Verdana Pro Bold" pitchFamily="34" charset="-122"/>
              <a:cs typeface="+mn-cs"/>
            </a:endParaRPr>
          </a:p>
        </p:txBody>
      </p:sp>
      <p:sp>
        <p:nvSpPr>
          <p:cNvPr id="74" name="Textfeld 29">
            <a:extLst>
              <a:ext uri="{FF2B5EF4-FFF2-40B4-BE49-F238E27FC236}">
                <a16:creationId xmlns:a16="http://schemas.microsoft.com/office/drawing/2014/main" id="{96596686-4090-E5FA-2EB7-4733A176CD30}"/>
              </a:ext>
            </a:extLst>
          </p:cNvPr>
          <p:cNvSpPr txBox="1"/>
          <p:nvPr/>
        </p:nvSpPr>
        <p:spPr>
          <a:xfrm>
            <a:off x="2749766" y="1980219"/>
            <a:ext cx="2194779" cy="3785652"/>
          </a:xfrm>
          <a:prstGeom prst="rect">
            <a:avLst/>
          </a:prstGeom>
          <a:noFill/>
        </p:spPr>
        <p:txBody>
          <a:bodyPr wrap="square">
            <a:spAutoFit/>
          </a:bodyPr>
          <a:lstStyle>
            <a:defPPr>
              <a:defRPr lang="de-DE"/>
            </a:defPPr>
            <a:lvl1pPr marR="0" lvl="0" indent="0" algn="ctr" fontAlgn="auto">
              <a:spcBef>
                <a:spcPts val="0"/>
              </a:spcBef>
              <a:spcAft>
                <a:spcPts val="0"/>
              </a:spcAft>
              <a:buClrTx/>
              <a:buSzTx/>
              <a:buFontTx/>
              <a:buNone/>
              <a:tabLst/>
              <a:defRPr sz="1700" b="1">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i="0" u="none" strike="noStrike" kern="1200" cap="none" spc="0" normalizeH="0" baseline="0" noProof="0">
                <a:ln>
                  <a:noFill/>
                </a:ln>
                <a:solidFill>
                  <a:srgbClr val="FFFFFF"/>
                </a:solidFill>
                <a:effectLst/>
                <a:uLnTx/>
                <a:uFillTx/>
              </a:rPr>
              <a:t>Scalability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a:p>
            <a:pPr algn="l">
              <a:defRPr/>
            </a:pPr>
            <a:r>
              <a:rPr lang="en-US" sz="1500" b="0">
                <a:solidFill>
                  <a:srgbClr val="FFFFFF"/>
                </a:solidFill>
                <a:latin typeface="+mn-lt"/>
              </a:rPr>
              <a:t>Try to select technology that scales well and design individual components also in a such way. For example, it might make sense to separate the REST service and the part that is performing the transformations. You can connect them for example with a messaging service.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p:txBody>
      </p:sp>
      <p:sp>
        <p:nvSpPr>
          <p:cNvPr id="75" name="Textfeld 30">
            <a:extLst>
              <a:ext uri="{FF2B5EF4-FFF2-40B4-BE49-F238E27FC236}">
                <a16:creationId xmlns:a16="http://schemas.microsoft.com/office/drawing/2014/main" id="{D06B7E0C-1B2A-A574-6F66-1554FE4BDE9E}"/>
              </a:ext>
            </a:extLst>
          </p:cNvPr>
          <p:cNvSpPr txBox="1"/>
          <p:nvPr/>
        </p:nvSpPr>
        <p:spPr>
          <a:xfrm>
            <a:off x="2740167" y="1444471"/>
            <a:ext cx="2336173" cy="523220"/>
          </a:xfrm>
          <a:prstGeom prst="rect">
            <a:avLst/>
          </a:prstGeom>
          <a:noFill/>
        </p:spPr>
        <p:txBody>
          <a:bodyPr wrap="square" lIns="91440" tIns="45720" rIns="91440" bIns="45720" rtlCol="0" anchor="t">
            <a:spAutoFit/>
          </a:bodyPr>
          <a:lstStyle/>
          <a:p>
            <a:pPr marL="0" marR="0" lvl="0" indent="0" algn="l" defTabSz="3461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mj-lt"/>
                <a:ea typeface="Verdana Pro Bold" pitchFamily="34" charset="-122"/>
                <a:cs typeface="+mn-cs"/>
              </a:rPr>
              <a:t>02</a:t>
            </a:r>
            <a:endParaRPr kumimoji="0" lang="en-US" sz="2000" b="0" i="0" u="none" strike="noStrike" kern="1200" cap="none" spc="0" normalizeH="0" baseline="0" noProof="0">
              <a:ln>
                <a:noFill/>
              </a:ln>
              <a:solidFill>
                <a:srgbClr val="FFFFFF"/>
              </a:solidFill>
              <a:effectLst/>
              <a:uLnTx/>
              <a:uFillTx/>
              <a:latin typeface="+mj-lt"/>
              <a:ea typeface="Verdana Pro Bold" pitchFamily="34" charset="-122"/>
              <a:cs typeface="+mn-cs"/>
            </a:endParaRPr>
          </a:p>
        </p:txBody>
      </p:sp>
      <p:sp>
        <p:nvSpPr>
          <p:cNvPr id="76" name="Textfeld 32">
            <a:extLst>
              <a:ext uri="{FF2B5EF4-FFF2-40B4-BE49-F238E27FC236}">
                <a16:creationId xmlns:a16="http://schemas.microsoft.com/office/drawing/2014/main" id="{3C33EDD9-D106-EB14-D77F-5792CFC02AE5}"/>
              </a:ext>
            </a:extLst>
          </p:cNvPr>
          <p:cNvSpPr txBox="1"/>
          <p:nvPr/>
        </p:nvSpPr>
        <p:spPr>
          <a:xfrm>
            <a:off x="5047746" y="1980219"/>
            <a:ext cx="2103050" cy="3323987"/>
          </a:xfrm>
          <a:prstGeom prst="rect">
            <a:avLst/>
          </a:prstGeom>
          <a:noFill/>
        </p:spPr>
        <p:txBody>
          <a:bodyPr wrap="square">
            <a:spAutoFit/>
          </a:bodyPr>
          <a:lstStyle>
            <a:defPPr>
              <a:defRPr lang="de-DE"/>
            </a:defPPr>
            <a:lvl1pPr marR="0" lvl="0" indent="0" algn="ctr" fontAlgn="auto">
              <a:spcBef>
                <a:spcPts val="0"/>
              </a:spcBef>
              <a:spcAft>
                <a:spcPts val="0"/>
              </a:spcAft>
              <a:buClrTx/>
              <a:buSzTx/>
              <a:buFontTx/>
              <a:buNone/>
              <a:tabLst/>
              <a:defRPr sz="1700" b="1">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i="0" u="none" strike="noStrike" kern="1200" cap="none" spc="0" normalizeH="0" baseline="0" noProof="0">
                <a:ln>
                  <a:noFill/>
                </a:ln>
                <a:solidFill>
                  <a:srgbClr val="FFFFFF"/>
                </a:solidFill>
                <a:effectLst/>
                <a:uLnTx/>
                <a:uFillTx/>
              </a:rPr>
              <a:t>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a:p>
            <a:pPr algn="l">
              <a:defRPr/>
            </a:pPr>
            <a:r>
              <a:rPr lang="en-US" sz="1500" b="0">
                <a:solidFill>
                  <a:srgbClr val="FFFFFF"/>
                </a:solidFill>
                <a:latin typeface="+mn-lt"/>
              </a:rPr>
              <a:t>APIs exposed to the internet should be secured and should offer some way of authentication. What are the common way of performing authentication and how do you normally secure communication.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p:txBody>
      </p:sp>
      <p:sp>
        <p:nvSpPr>
          <p:cNvPr id="77" name="Textfeld 33">
            <a:extLst>
              <a:ext uri="{FF2B5EF4-FFF2-40B4-BE49-F238E27FC236}">
                <a16:creationId xmlns:a16="http://schemas.microsoft.com/office/drawing/2014/main" id="{287127B1-69BB-2EC3-33B6-5EDF84A16BA6}"/>
              </a:ext>
            </a:extLst>
          </p:cNvPr>
          <p:cNvSpPr txBox="1"/>
          <p:nvPr/>
        </p:nvSpPr>
        <p:spPr>
          <a:xfrm>
            <a:off x="5052556" y="1427053"/>
            <a:ext cx="2336173" cy="523220"/>
          </a:xfrm>
          <a:prstGeom prst="rect">
            <a:avLst/>
          </a:prstGeom>
          <a:noFill/>
        </p:spPr>
        <p:txBody>
          <a:bodyPr wrap="square" lIns="91440" tIns="45720" rIns="91440" bIns="45720" rtlCol="0" anchor="t">
            <a:spAutoFit/>
          </a:bodyPr>
          <a:lstStyle/>
          <a:p>
            <a:pPr marL="0" marR="0" lvl="0" indent="0" algn="l" defTabSz="3461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mj-lt"/>
                <a:ea typeface="Verdana Pro Bold" pitchFamily="34" charset="-122"/>
                <a:cs typeface="+mn-cs"/>
              </a:rPr>
              <a:t>03</a:t>
            </a:r>
            <a:endParaRPr kumimoji="0" lang="en-US" sz="2000" b="0" i="0" u="none" strike="noStrike" kern="1200" cap="none" spc="0" normalizeH="0" baseline="0" noProof="0">
              <a:ln>
                <a:noFill/>
              </a:ln>
              <a:solidFill>
                <a:srgbClr val="FFFFFF"/>
              </a:solidFill>
              <a:effectLst/>
              <a:uLnTx/>
              <a:uFillTx/>
              <a:latin typeface="+mj-lt"/>
              <a:ea typeface="Verdana Pro Bold" pitchFamily="34" charset="-122"/>
              <a:cs typeface="+mn-cs"/>
            </a:endParaRPr>
          </a:p>
        </p:txBody>
      </p:sp>
      <p:sp>
        <p:nvSpPr>
          <p:cNvPr id="78" name="Textfeld 42">
            <a:extLst>
              <a:ext uri="{FF2B5EF4-FFF2-40B4-BE49-F238E27FC236}">
                <a16:creationId xmlns:a16="http://schemas.microsoft.com/office/drawing/2014/main" id="{F234E9FD-E2DF-81EE-A2C5-1E228297D272}"/>
              </a:ext>
            </a:extLst>
          </p:cNvPr>
          <p:cNvSpPr txBox="1"/>
          <p:nvPr/>
        </p:nvSpPr>
        <p:spPr>
          <a:xfrm>
            <a:off x="7342240" y="1980219"/>
            <a:ext cx="2095090" cy="2631490"/>
          </a:xfrm>
          <a:prstGeom prst="rect">
            <a:avLst/>
          </a:prstGeom>
          <a:noFill/>
        </p:spPr>
        <p:txBody>
          <a:bodyPr wrap="square">
            <a:spAutoFit/>
          </a:bodyPr>
          <a:lstStyle>
            <a:defPPr>
              <a:defRPr lang="de-DE"/>
            </a:defPPr>
            <a:lvl1pPr marR="0" lvl="0" indent="0" algn="ctr" fontAlgn="auto">
              <a:spcBef>
                <a:spcPts val="0"/>
              </a:spcBef>
              <a:spcAft>
                <a:spcPts val="0"/>
              </a:spcAft>
              <a:buClrTx/>
              <a:buSzTx/>
              <a:buFontTx/>
              <a:buNone/>
              <a:tabLst/>
              <a:defRPr sz="1700" b="1">
                <a:latin typeface="+mj-lt"/>
                <a:ea typeface="Verdana" panose="020B0604030504040204" pitchFamily="34" charset="0"/>
                <a:cs typeface="Verdana" panose="020B0604030504040204" pitchFamily="34" charset="0"/>
              </a:defRPr>
            </a:lvl1pPr>
          </a:lstStyle>
          <a:p>
            <a:pPr algn="l">
              <a:defRPr/>
            </a:pPr>
            <a:r>
              <a:rPr lang="en-US" sz="1500">
                <a:solidFill>
                  <a:srgbClr val="FFFFFF"/>
                </a:solidFill>
              </a:rPr>
              <a:t>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a:p>
            <a:pPr algn="l">
              <a:defRPr/>
            </a:pPr>
            <a:r>
              <a:rPr lang="en-US" sz="1500" b="0">
                <a:solidFill>
                  <a:srgbClr val="FFFFFF"/>
                </a:solidFill>
                <a:latin typeface="+mn-lt"/>
              </a:rPr>
              <a:t>Well tested code is usually more stable, secure, and easier to maintain. Do you know of any testing frameworks and how would you normally approach this?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p:txBody>
      </p:sp>
      <p:sp>
        <p:nvSpPr>
          <p:cNvPr id="79" name="Textfeld 43">
            <a:extLst>
              <a:ext uri="{FF2B5EF4-FFF2-40B4-BE49-F238E27FC236}">
                <a16:creationId xmlns:a16="http://schemas.microsoft.com/office/drawing/2014/main" id="{6DC95001-EFBB-F0AC-D46C-D03F700A72C4}"/>
              </a:ext>
            </a:extLst>
          </p:cNvPr>
          <p:cNvSpPr txBox="1"/>
          <p:nvPr/>
        </p:nvSpPr>
        <p:spPr>
          <a:xfrm>
            <a:off x="7337467" y="1427053"/>
            <a:ext cx="2336173" cy="523220"/>
          </a:xfrm>
          <a:prstGeom prst="rect">
            <a:avLst/>
          </a:prstGeom>
          <a:noFill/>
        </p:spPr>
        <p:txBody>
          <a:bodyPr wrap="square" lIns="91440" tIns="45720" rIns="91440" bIns="45720" rtlCol="0" anchor="t">
            <a:spAutoFit/>
          </a:bodyPr>
          <a:lstStyle/>
          <a:p>
            <a:pPr marL="0" marR="0" lvl="0" indent="0" algn="l" defTabSz="3461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mj-lt"/>
                <a:ea typeface="Verdana Pro Bold" pitchFamily="34" charset="-122"/>
                <a:cs typeface="+mn-cs"/>
              </a:rPr>
              <a:t>04</a:t>
            </a:r>
            <a:endParaRPr kumimoji="0" lang="en-US" sz="2000" b="0" i="0" u="none" strike="noStrike" kern="1200" cap="none" spc="0" normalizeH="0" baseline="0" noProof="0">
              <a:ln>
                <a:noFill/>
              </a:ln>
              <a:solidFill>
                <a:srgbClr val="FFFFFF"/>
              </a:solidFill>
              <a:effectLst/>
              <a:uLnTx/>
              <a:uFillTx/>
              <a:latin typeface="+mj-lt"/>
              <a:ea typeface="Verdana Pro Bold" pitchFamily="34" charset="-122"/>
              <a:cs typeface="+mn-cs"/>
            </a:endParaRPr>
          </a:p>
        </p:txBody>
      </p:sp>
      <p:sp>
        <p:nvSpPr>
          <p:cNvPr id="80" name="Textfeld 45">
            <a:extLst>
              <a:ext uri="{FF2B5EF4-FFF2-40B4-BE49-F238E27FC236}">
                <a16:creationId xmlns:a16="http://schemas.microsoft.com/office/drawing/2014/main" id="{A8101406-A995-A722-C031-8DC06768BD26}"/>
              </a:ext>
            </a:extLst>
          </p:cNvPr>
          <p:cNvSpPr txBox="1"/>
          <p:nvPr/>
        </p:nvSpPr>
        <p:spPr>
          <a:xfrm>
            <a:off x="9673640" y="1964082"/>
            <a:ext cx="2146884" cy="1938992"/>
          </a:xfrm>
          <a:prstGeom prst="rect">
            <a:avLst/>
          </a:prstGeom>
          <a:noFill/>
        </p:spPr>
        <p:txBody>
          <a:bodyPr wrap="square">
            <a:spAutoFit/>
          </a:bodyPr>
          <a:lstStyle>
            <a:defPPr>
              <a:defRPr lang="de-DE"/>
            </a:defPPr>
            <a:lvl1pPr marR="0" lvl="0" indent="0" algn="ctr" fontAlgn="auto">
              <a:spcBef>
                <a:spcPts val="0"/>
              </a:spcBef>
              <a:spcAft>
                <a:spcPts val="0"/>
              </a:spcAft>
              <a:buClrTx/>
              <a:buSzTx/>
              <a:buFontTx/>
              <a:buNone/>
              <a:tabLst/>
              <a:defRPr sz="1700" b="1">
                <a:latin typeface="+mj-lt"/>
                <a:ea typeface="Verdana" panose="020B0604030504040204" pitchFamily="34" charset="0"/>
                <a:cs typeface="Verdana" panose="020B0604030504040204" pitchFamily="34" charset="0"/>
              </a:defRPr>
            </a:lvl1pPr>
          </a:lstStyle>
          <a:p>
            <a:pPr algn="l">
              <a:defRPr/>
            </a:pPr>
            <a:r>
              <a:rPr lang="en-US" sz="1500">
                <a:solidFill>
                  <a:srgbClr val="FFFFFF"/>
                </a:solidFill>
              </a:rPr>
              <a:t>CI/CD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a:p>
            <a:pPr algn="l">
              <a:defRPr/>
            </a:pPr>
            <a:r>
              <a:rPr lang="en-US" sz="1500" b="0">
                <a:solidFill>
                  <a:srgbClr val="FFFFFF"/>
                </a:solidFill>
                <a:latin typeface="+mn-lt"/>
              </a:rPr>
              <a:t>Automated deployment makes day to day operations much easier and more reproducible.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Verdana Pro Light" panose="020B0304030504040204" pitchFamily="34" charset="0"/>
              <a:ea typeface="Verdana" panose="020B0604030504040204" pitchFamily="34" charset="0"/>
              <a:cs typeface="Verdana" panose="020B0604030504040204" pitchFamily="34" charset="0"/>
            </a:endParaRPr>
          </a:p>
        </p:txBody>
      </p:sp>
      <p:sp>
        <p:nvSpPr>
          <p:cNvPr id="81" name="Textfeld 46">
            <a:extLst>
              <a:ext uri="{FF2B5EF4-FFF2-40B4-BE49-F238E27FC236}">
                <a16:creationId xmlns:a16="http://schemas.microsoft.com/office/drawing/2014/main" id="{BC7EE830-DAD2-DC1A-C23C-9BF2389E96DD}"/>
              </a:ext>
            </a:extLst>
          </p:cNvPr>
          <p:cNvSpPr txBox="1"/>
          <p:nvPr/>
        </p:nvSpPr>
        <p:spPr>
          <a:xfrm>
            <a:off x="9616583" y="1425191"/>
            <a:ext cx="2336173" cy="523220"/>
          </a:xfrm>
          <a:prstGeom prst="rect">
            <a:avLst/>
          </a:prstGeom>
          <a:noFill/>
        </p:spPr>
        <p:txBody>
          <a:bodyPr wrap="square" lIns="91440" tIns="45720" rIns="91440" bIns="45720" rtlCol="0" anchor="t">
            <a:spAutoFit/>
          </a:bodyPr>
          <a:lstStyle/>
          <a:p>
            <a:pPr marL="0" marR="0" lvl="0" indent="0" algn="l" defTabSz="3461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mj-lt"/>
                <a:ea typeface="Verdana Pro Bold" pitchFamily="34" charset="-122"/>
                <a:cs typeface="+mn-cs"/>
              </a:rPr>
              <a:t>05</a:t>
            </a:r>
            <a:endParaRPr kumimoji="0" lang="en-US" sz="2000" b="0" i="0" u="none" strike="noStrike" kern="1200" cap="none" spc="0" normalizeH="0" baseline="0" noProof="0">
              <a:ln>
                <a:noFill/>
              </a:ln>
              <a:solidFill>
                <a:srgbClr val="FFFFFF"/>
              </a:solidFill>
              <a:effectLst/>
              <a:uLnTx/>
              <a:uFillTx/>
              <a:latin typeface="+mj-lt"/>
              <a:ea typeface="Verdana Pro Bold" pitchFamily="34" charset="-122"/>
              <a:cs typeface="+mn-cs"/>
            </a:endParaRPr>
          </a:p>
        </p:txBody>
      </p:sp>
      <p:cxnSp>
        <p:nvCxnSpPr>
          <p:cNvPr id="82" name="Gerade Verbindung 60">
            <a:extLst>
              <a:ext uri="{FF2B5EF4-FFF2-40B4-BE49-F238E27FC236}">
                <a16:creationId xmlns:a16="http://schemas.microsoft.com/office/drawing/2014/main" id="{B97CAA70-C18A-CAE9-47F5-E409BC28559D}"/>
              </a:ext>
            </a:extLst>
          </p:cNvPr>
          <p:cNvCxnSpPr>
            <a:cxnSpLocks/>
          </p:cNvCxnSpPr>
          <p:nvPr/>
        </p:nvCxnSpPr>
        <p:spPr>
          <a:xfrm>
            <a:off x="2754668" y="1559223"/>
            <a:ext cx="0" cy="406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Gerade Verbindung 61">
            <a:extLst>
              <a:ext uri="{FF2B5EF4-FFF2-40B4-BE49-F238E27FC236}">
                <a16:creationId xmlns:a16="http://schemas.microsoft.com/office/drawing/2014/main" id="{206BFDAD-4C47-62AF-2AEB-901B24016909}"/>
              </a:ext>
            </a:extLst>
          </p:cNvPr>
          <p:cNvCxnSpPr>
            <a:cxnSpLocks/>
          </p:cNvCxnSpPr>
          <p:nvPr/>
        </p:nvCxnSpPr>
        <p:spPr>
          <a:xfrm>
            <a:off x="5041204" y="1559223"/>
            <a:ext cx="6542" cy="406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Gerade Verbindung 62">
            <a:extLst>
              <a:ext uri="{FF2B5EF4-FFF2-40B4-BE49-F238E27FC236}">
                <a16:creationId xmlns:a16="http://schemas.microsoft.com/office/drawing/2014/main" id="{CD48F015-A774-69CF-F2A3-C3DD5FE92A44}"/>
              </a:ext>
            </a:extLst>
          </p:cNvPr>
          <p:cNvCxnSpPr>
            <a:cxnSpLocks/>
          </p:cNvCxnSpPr>
          <p:nvPr/>
        </p:nvCxnSpPr>
        <p:spPr>
          <a:xfrm>
            <a:off x="7327740" y="1559223"/>
            <a:ext cx="9727" cy="406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Gerade Verbindung 60">
            <a:extLst>
              <a:ext uri="{FF2B5EF4-FFF2-40B4-BE49-F238E27FC236}">
                <a16:creationId xmlns:a16="http://schemas.microsoft.com/office/drawing/2014/main" id="{3997D22C-C194-D73D-D918-EC5A25EFBF09}"/>
              </a:ext>
            </a:extLst>
          </p:cNvPr>
          <p:cNvCxnSpPr>
            <a:cxnSpLocks/>
          </p:cNvCxnSpPr>
          <p:nvPr/>
        </p:nvCxnSpPr>
        <p:spPr>
          <a:xfrm>
            <a:off x="371474" y="1559223"/>
            <a:ext cx="0" cy="406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Gerade Verbindung 62">
            <a:extLst>
              <a:ext uri="{FF2B5EF4-FFF2-40B4-BE49-F238E27FC236}">
                <a16:creationId xmlns:a16="http://schemas.microsoft.com/office/drawing/2014/main" id="{3AC28CE5-FB8B-7826-C274-F09A2D09E6B0}"/>
              </a:ext>
            </a:extLst>
          </p:cNvPr>
          <p:cNvCxnSpPr>
            <a:cxnSpLocks/>
          </p:cNvCxnSpPr>
          <p:nvPr/>
        </p:nvCxnSpPr>
        <p:spPr>
          <a:xfrm>
            <a:off x="9603802" y="1595368"/>
            <a:ext cx="9727" cy="406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436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42DA814-89B6-9276-35F5-28CBF0EA272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342DA814-89B6-9276-35F5-28CBF0EA272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BEBE4A-61F0-3301-7241-8DB807B9D645}"/>
              </a:ext>
            </a:extLst>
          </p:cNvPr>
          <p:cNvSpPr>
            <a:spLocks noGrp="1"/>
          </p:cNvSpPr>
          <p:nvPr>
            <p:ph type="title"/>
          </p:nvPr>
        </p:nvSpPr>
        <p:spPr/>
        <p:txBody>
          <a:bodyPr vert="horz"/>
          <a:lstStyle/>
          <a:p>
            <a:r>
              <a:rPr lang="en-US" sz="2800" b="1"/>
              <a:t>Appendix | </a:t>
            </a:r>
            <a:r>
              <a:rPr lang="en-US" sz="2800"/>
              <a:t>Data Example </a:t>
            </a:r>
            <a:endParaRPr lang="en-GB"/>
          </a:p>
        </p:txBody>
      </p:sp>
      <p:sp>
        <p:nvSpPr>
          <p:cNvPr id="3" name="Text Placeholder 2">
            <a:extLst>
              <a:ext uri="{FF2B5EF4-FFF2-40B4-BE49-F238E27FC236}">
                <a16:creationId xmlns:a16="http://schemas.microsoft.com/office/drawing/2014/main" id="{6185DA69-23B5-F1A7-52C5-4C7DD36C4FE2}"/>
              </a:ext>
            </a:extLst>
          </p:cNvPr>
          <p:cNvSpPr>
            <a:spLocks noGrp="1"/>
          </p:cNvSpPr>
          <p:nvPr>
            <p:ph type="body" sz="quarter" idx="41"/>
          </p:nvPr>
        </p:nvSpPr>
        <p:spPr/>
        <p:txBody>
          <a:bodyPr/>
          <a:lstStyle/>
          <a:p>
            <a:r>
              <a:rPr lang="en-GB"/>
              <a:t>Eraneos</a:t>
            </a:r>
          </a:p>
        </p:txBody>
      </p:sp>
      <p:sp>
        <p:nvSpPr>
          <p:cNvPr id="4" name="Slide Number Placeholder 3">
            <a:extLst>
              <a:ext uri="{FF2B5EF4-FFF2-40B4-BE49-F238E27FC236}">
                <a16:creationId xmlns:a16="http://schemas.microsoft.com/office/drawing/2014/main" id="{BE9EBA0F-BD4B-D405-8230-68B8E02E7EAF}"/>
              </a:ext>
            </a:extLst>
          </p:cNvPr>
          <p:cNvSpPr>
            <a:spLocks noGrp="1"/>
          </p:cNvSpPr>
          <p:nvPr>
            <p:ph type="sldNum" sz="quarter" idx="42"/>
          </p:nvPr>
        </p:nvSpPr>
        <p:spPr/>
        <p:txBody>
          <a:bodyPr/>
          <a:lstStyle/>
          <a:p>
            <a:fld id="{AC23F07A-CEC6-4CA8-9EF8-AC37F6E73B6A}" type="slidenum">
              <a:rPr lang="en-GB" smtClean="0"/>
              <a:pPr/>
              <a:t>5</a:t>
            </a:fld>
            <a:endParaRPr lang="en-GB"/>
          </a:p>
        </p:txBody>
      </p:sp>
      <p:grpSp>
        <p:nvGrpSpPr>
          <p:cNvPr id="9" name="Gruppieren 2">
            <a:extLst>
              <a:ext uri="{FF2B5EF4-FFF2-40B4-BE49-F238E27FC236}">
                <a16:creationId xmlns:a16="http://schemas.microsoft.com/office/drawing/2014/main" id="{3CEA8DE1-4C51-0524-76DE-10D6AD730A32}"/>
              </a:ext>
            </a:extLst>
          </p:cNvPr>
          <p:cNvGrpSpPr/>
          <p:nvPr/>
        </p:nvGrpSpPr>
        <p:grpSpPr>
          <a:xfrm rot="10800000">
            <a:off x="398711" y="1638895"/>
            <a:ext cx="1012066" cy="4156575"/>
            <a:chOff x="1103381" y="-477627"/>
            <a:chExt cx="59261" cy="3102004"/>
          </a:xfrm>
        </p:grpSpPr>
        <p:cxnSp>
          <p:nvCxnSpPr>
            <p:cNvPr id="10" name="Gerade Verbindung 136">
              <a:extLst>
                <a:ext uri="{FF2B5EF4-FFF2-40B4-BE49-F238E27FC236}">
                  <a16:creationId xmlns:a16="http://schemas.microsoft.com/office/drawing/2014/main" id="{15C2A382-4B58-8D4D-A116-C180AC35892A}"/>
                </a:ext>
              </a:extLst>
            </p:cNvPr>
            <p:cNvCxnSpPr>
              <a:cxnSpLocks/>
            </p:cNvCxnSpPr>
            <p:nvPr/>
          </p:nvCxnSpPr>
          <p:spPr>
            <a:xfrm rot="10800000" flipV="1">
              <a:off x="1162638" y="-477627"/>
              <a:ext cx="0" cy="3102004"/>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Gerade Verbindung 137">
              <a:extLst>
                <a:ext uri="{FF2B5EF4-FFF2-40B4-BE49-F238E27FC236}">
                  <a16:creationId xmlns:a16="http://schemas.microsoft.com/office/drawing/2014/main" id="{5CB93C7D-C31A-42C2-1F1B-94FE04C084FE}"/>
                </a:ext>
              </a:extLst>
            </p:cNvPr>
            <p:cNvCxnSpPr>
              <a:cxnSpLocks/>
            </p:cNvCxnSpPr>
            <p:nvPr/>
          </p:nvCxnSpPr>
          <p:spPr>
            <a:xfrm rot="10800000" flipH="1">
              <a:off x="1103381" y="2622714"/>
              <a:ext cx="59261"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Gerade Verbindung 146">
              <a:extLst>
                <a:ext uri="{FF2B5EF4-FFF2-40B4-BE49-F238E27FC236}">
                  <a16:creationId xmlns:a16="http://schemas.microsoft.com/office/drawing/2014/main" id="{915F75A4-6F81-CF4E-E48F-D33DC197795A}"/>
                </a:ext>
              </a:extLst>
            </p:cNvPr>
            <p:cNvCxnSpPr>
              <a:cxnSpLocks/>
            </p:cNvCxnSpPr>
            <p:nvPr/>
          </p:nvCxnSpPr>
          <p:spPr>
            <a:xfrm rot="10800000" flipH="1">
              <a:off x="1103381" y="-476900"/>
              <a:ext cx="59261"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3" name="Gruppieren 9">
            <a:extLst>
              <a:ext uri="{FF2B5EF4-FFF2-40B4-BE49-F238E27FC236}">
                <a16:creationId xmlns:a16="http://schemas.microsoft.com/office/drawing/2014/main" id="{CC4D70B8-471D-BD43-6627-8EB32CD0033A}"/>
              </a:ext>
            </a:extLst>
          </p:cNvPr>
          <p:cNvGrpSpPr/>
          <p:nvPr/>
        </p:nvGrpSpPr>
        <p:grpSpPr>
          <a:xfrm>
            <a:off x="10758714" y="1638895"/>
            <a:ext cx="1012066" cy="4156575"/>
            <a:chOff x="1103381" y="-477627"/>
            <a:chExt cx="59261" cy="3102004"/>
          </a:xfrm>
        </p:grpSpPr>
        <p:cxnSp>
          <p:nvCxnSpPr>
            <p:cNvPr id="14" name="Gerade Verbindung 148">
              <a:extLst>
                <a:ext uri="{FF2B5EF4-FFF2-40B4-BE49-F238E27FC236}">
                  <a16:creationId xmlns:a16="http://schemas.microsoft.com/office/drawing/2014/main" id="{E0CE0155-89E2-E57E-2F8A-63499BC3B2A6}"/>
                </a:ext>
              </a:extLst>
            </p:cNvPr>
            <p:cNvCxnSpPr>
              <a:cxnSpLocks/>
            </p:cNvCxnSpPr>
            <p:nvPr/>
          </p:nvCxnSpPr>
          <p:spPr>
            <a:xfrm rot="10800000" flipV="1">
              <a:off x="1162638" y="-477627"/>
              <a:ext cx="0" cy="3102004"/>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Gerade Verbindung 149">
              <a:extLst>
                <a:ext uri="{FF2B5EF4-FFF2-40B4-BE49-F238E27FC236}">
                  <a16:creationId xmlns:a16="http://schemas.microsoft.com/office/drawing/2014/main" id="{6A97C52B-5764-7F7C-04CF-4962C0D738DA}"/>
                </a:ext>
              </a:extLst>
            </p:cNvPr>
            <p:cNvCxnSpPr>
              <a:cxnSpLocks/>
            </p:cNvCxnSpPr>
            <p:nvPr/>
          </p:nvCxnSpPr>
          <p:spPr>
            <a:xfrm rot="10800000" flipH="1">
              <a:off x="1103381" y="2622714"/>
              <a:ext cx="59261"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Gerade Verbindung 150">
              <a:extLst>
                <a:ext uri="{FF2B5EF4-FFF2-40B4-BE49-F238E27FC236}">
                  <a16:creationId xmlns:a16="http://schemas.microsoft.com/office/drawing/2014/main" id="{2B4A7A64-C0AF-F298-44BA-A1928F3B28E3}"/>
                </a:ext>
              </a:extLst>
            </p:cNvPr>
            <p:cNvCxnSpPr>
              <a:cxnSpLocks/>
            </p:cNvCxnSpPr>
            <p:nvPr/>
          </p:nvCxnSpPr>
          <p:spPr>
            <a:xfrm rot="10800000" flipH="1">
              <a:off x="1103381" y="-476900"/>
              <a:ext cx="59261"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7" name="Rechteck 14">
            <a:extLst>
              <a:ext uri="{FF2B5EF4-FFF2-40B4-BE49-F238E27FC236}">
                <a16:creationId xmlns:a16="http://schemas.microsoft.com/office/drawing/2014/main" id="{05A661FC-4304-307B-07EF-18F160B466F8}"/>
              </a:ext>
            </a:extLst>
          </p:cNvPr>
          <p:cNvSpPr/>
          <p:nvPr/>
        </p:nvSpPr>
        <p:spPr bwMode="gray">
          <a:xfrm>
            <a:off x="516763" y="2184711"/>
            <a:ext cx="11102398" cy="2933700"/>
          </a:xfrm>
          <a:prstGeom prst="rect">
            <a:avLst/>
          </a:prstGeom>
          <a:solidFill>
            <a:schemeClr val="bg1"/>
          </a:solidFill>
          <a:ln w="9525" cap="flat" cmpd="sng" algn="ctr">
            <a:solidFill>
              <a:schemeClr val="tx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buClr>
                <a:schemeClr val="tx2"/>
              </a:buClr>
            </a:pPr>
            <a:r>
              <a:rPr lang="en-US" sz="1000">
                <a:solidFill>
                  <a:srgbClr val="676C74"/>
                </a:solidFill>
              </a:rPr>
              <a:t>```</a:t>
            </a:r>
            <a:r>
              <a:rPr lang="en-US" sz="1000" err="1">
                <a:solidFill>
                  <a:srgbClr val="676C74"/>
                </a:solidFill>
              </a:rPr>
              <a:t>json</a:t>
            </a:r>
            <a:endParaRPr lang="en-US" sz="1000">
              <a:solidFill>
                <a:srgbClr val="676C74"/>
              </a:solidFill>
            </a:endParaRPr>
          </a:p>
          <a:p>
            <a:pPr>
              <a:buClr>
                <a:schemeClr val="tx2"/>
              </a:buClr>
            </a:pPr>
            <a:r>
              <a:rPr lang="en-US" sz="1000">
                <a:solidFill>
                  <a:srgbClr val="676C74"/>
                </a:solidFill>
              </a:rPr>
              <a:t>{"</a:t>
            </a:r>
            <a:r>
              <a:rPr lang="en-US" sz="1000" err="1">
                <a:solidFill>
                  <a:srgbClr val="676C74"/>
                </a:solidFill>
              </a:rPr>
              <a:t>time_stamp</a:t>
            </a:r>
            <a:r>
              <a:rPr lang="en-US" sz="1000">
                <a:solidFill>
                  <a:srgbClr val="676C74"/>
                </a:solidFill>
              </a:rPr>
              <a:t>": "2019-05-01T06:00:00-04:00", "data": [0.37948282157787916, 1.5890471705541012, 2.1883813840381885, 1.1890237286379994,</a:t>
            </a:r>
          </a:p>
          <a:p>
            <a:pPr>
              <a:buClr>
                <a:schemeClr val="tx2"/>
              </a:buClr>
            </a:pPr>
            <a:r>
              <a:rPr lang="en-US" sz="1000">
                <a:solidFill>
                  <a:srgbClr val="676C74"/>
                </a:solidFill>
              </a:rPr>
              <a:t>1.637653455859299, 2.877524839556612, 2.7595291419608494, 0.7476783472492925, 2.4951611280056394, 3.0294316660809453, 3.068577817188679, 1.1831557905625592, 1.534285777372273, 1.2785699123945657, 1.8281862430351499, 2.37098343002181, 0.5842991615849848, 0.7098352937365224, 1.092283952816859, 0.7480644642759615, 1.0640991188681785, 1.5510551937467487, -0.07653143433976473, 0.3156607006753255, 1.9009668439818326, 1.501715498813034, 1.431489168317764, 1.3623989582565668, 0.6824460690703411, 0.20728376966473516, -0.407879956629583, 0.21752811010881368, 1.5784411107634106, 2.389902962389714, -0.5365616480218045, -0.8296723795786696, 2.1287470425544344, 1.296716012226446, 0.20360163658128605, 0.10515623591517487, 0.7291980591945955, -0.9020872444853947, 1.8807109491949274, 1.111856784855985, -0.5068115041337455, 1.3024598193063068, 2.4516981153284885, 2.253604583787444, 0.710617057111469, 0.42821986135102896, 1.2612573042481043, 0.16530677944550654, -1.4877113196238811, 0.9649682869023166, 1.7069344582209716, 0.6994544311316577, 1.1015574622759359, -0.8978611941172703, 0.8466065812103564, -0.03582818653220454, -0.5983353440444654, 0.29087666709478177, 0.71732006843272, -0.645888185757802, 0.9191159284564496, 1.7297312101247915, 0.8427795283341938, 2.7088810132044676, 0.7804664448279086, 1.9132547567469969, 0.44435489665718764, -0.7564611194085393, 2.123804007250331, 1.5451418182375432, 0.04384584830123639, 1.4201820763436874, 1.6040895477011274, 2.507884687679396, 2.7963764011678895, 1.4007502145419017, 1.0045678021645934, 0.1952036691188912, 1.51093143452691, 1.8299695553012922, -1.4641845697404046, -0.029725350507989967, 0.6345081080159558, 1.8931406476303387, 0.4905885506279598, 0.25869324520466797, 1.0933920715888004, 1.307169026011377, 0.7120099139672635, -0.48948097889697006, 0.8808422003796418, 2.209799345501847, 1.867903190303514, 0.5308461059635922, 0.21304286987397825, 0.2535682481865035]}</a:t>
            </a:r>
          </a:p>
          <a:p>
            <a:pPr>
              <a:buClr>
                <a:schemeClr val="tx2"/>
              </a:buClr>
            </a:pPr>
            <a:r>
              <a:rPr lang="en-US" sz="1050">
                <a:solidFill>
                  <a:srgbClr val="676C74"/>
                </a:solidFill>
              </a:rPr>
              <a:t>```</a:t>
            </a:r>
          </a:p>
          <a:p>
            <a:pPr algn="ctr"/>
            <a:endParaRPr lang="de-DE" sz="1100">
              <a:solidFill>
                <a:srgbClr val="676C74"/>
              </a:solidFill>
            </a:endParaRPr>
          </a:p>
        </p:txBody>
      </p:sp>
    </p:spTree>
    <p:extLst>
      <p:ext uri="{BB962C8B-B14F-4D97-AF65-F5344CB8AC3E}">
        <p14:creationId xmlns:p14="http://schemas.microsoft.com/office/powerpoint/2010/main" val="1144533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7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81000000000000005329E+00&quot;&gt;&lt;m_msothmcolidx val=&quot;0&quot;/&gt;&lt;m_rgb r=&quot;9F&quot; g=&quot;C4&quot; b=&quot;FF&quot;/&gt;&lt;/elem&gt;&lt;elem m_fUsage=&quot;1.62900000000000000355E+00&quot;&gt;&lt;m_msothmcolidx val=&quot;0&quot;/&gt;&lt;m_rgb r=&quot;FC&quot; g=&quot;CB&quot; b=&quot;7A&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Eraneos Master">
  <a:themeElements>
    <a:clrScheme name="Custom 1">
      <a:dk1>
        <a:srgbClr val="000000"/>
      </a:dk1>
      <a:lt1>
        <a:srgbClr val="FFFFFF"/>
      </a:lt1>
      <a:dk2>
        <a:srgbClr val="FF6600"/>
      </a:dk2>
      <a:lt2>
        <a:srgbClr val="FFFFFF"/>
      </a:lt2>
      <a:accent1>
        <a:srgbClr val="BFD1FF"/>
      </a:accent1>
      <a:accent2>
        <a:srgbClr val="9CABD9"/>
      </a:accent2>
      <a:accent3>
        <a:srgbClr val="7080A8"/>
      </a:accent3>
      <a:accent4>
        <a:srgbClr val="425478"/>
      </a:accent4>
      <a:accent5>
        <a:srgbClr val="142647"/>
      </a:accent5>
      <a:accent6>
        <a:srgbClr val="5D70FF"/>
      </a:accent6>
      <a:hlink>
        <a:srgbClr val="000000"/>
      </a:hlink>
      <a:folHlink>
        <a:srgbClr val="000000"/>
      </a:folHlink>
    </a:clrScheme>
    <a:fontScheme name="Eraneo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noFill/>
        </a:ln>
      </a:spPr>
      <a:bodyPr rtlCol="0" anchor="ctr"/>
      <a:lstStyle>
        <a:defPPr algn="ctr">
          <a:defRPr sz="1600" dirty="0" err="1"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custClrLst>
    <a:custClr name="primary black">
      <a:srgbClr val="000000"/>
    </a:custClr>
    <a:custClr name="primary white">
      <a:srgbClr val="FFFFFF"/>
    </a:custClr>
    <a:custClr name="primary orange">
      <a:srgbClr val="FF6600"/>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highlight blue">
      <a:srgbClr val="5D70FF"/>
    </a:custClr>
    <a:custClr name="reliable blue">
      <a:srgbClr val="142647"/>
    </a:custClr>
    <a:custClr name="complex 1">
      <a:srgbClr val="2B3D61"/>
    </a:custClr>
    <a:custClr name="complex 2">
      <a:srgbClr val="425478"/>
    </a:custClr>
    <a:custClr name="complex 3">
      <a:srgbClr val="59698F"/>
    </a:custClr>
    <a:custClr name="complex 4">
      <a:srgbClr val="7080A8"/>
    </a:custClr>
    <a:custClr name="complex 5">
      <a:srgbClr val="8796C2"/>
    </a:custClr>
    <a:custClr name="complex 6">
      <a:srgbClr val="9CABD9"/>
    </a:custClr>
    <a:custClr name="complex 7">
      <a:srgbClr val="B0C2F0"/>
    </a:custClr>
    <a:custClr name="complex 8">
      <a:srgbClr val="BFD1FF"/>
    </a:custClr>
  </a:custClrLst>
  <a:extLst>
    <a:ext uri="{05A4C25C-085E-4340-85A3-A5531E510DB2}">
      <thm15:themeFamily xmlns:thm15="http://schemas.microsoft.com/office/thememl/2012/main" name="2025-02_Eraneos_PPT_Template_MASTER_EN.pptx" id="{7FCBF8F4-FBE6-49FA-836C-B410ECE32F93}" vid="{B54F3665-8AB2-42B2-9B59-1EA625133F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E5FEDB1D7E0E439D01C4778E26E1C7" ma:contentTypeVersion="25" ma:contentTypeDescription="Create a new document." ma:contentTypeScope="" ma:versionID="8acd9d3d2d62b69c61b7712291ae4a62">
  <xsd:schema xmlns:xsd="http://www.w3.org/2001/XMLSchema" xmlns:xs="http://www.w3.org/2001/XMLSchema" xmlns:p="http://schemas.microsoft.com/office/2006/metadata/properties" xmlns:ns2="52b95d8f-cf83-493a-9896-c9433cbed169" xmlns:ns3="86aa8ee5-e132-47b8-ab78-eadcf36a0d3c" targetNamespace="http://schemas.microsoft.com/office/2006/metadata/properties" ma:root="true" ma:fieldsID="c8576770e1a36ff70dc1e563d93f2089" ns2:_="" ns3:_="">
    <xsd:import namespace="52b95d8f-cf83-493a-9896-c9433cbed169"/>
    <xsd:import namespace="86aa8ee5-e132-47b8-ab78-eadcf36a0d3c"/>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3:SharedWithUsers" minOccurs="0"/>
                <xsd:element ref="ns3:SharedWithDetails" minOccurs="0"/>
                <xsd:element ref="ns2:MediaServiceSearchProperties" minOccurs="0"/>
                <xsd:element ref="ns2:ShortDescription" minOccurs="0"/>
                <xsd:element ref="ns2:Industry" minOccurs="0"/>
                <xsd:element ref="ns2:ProjectType" minOccurs="0"/>
                <xsd:element ref="ns2:Language" minOccurs="0"/>
                <xsd:element ref="ns2:Responsibility" minOccurs="0"/>
                <xsd:element ref="ns2:Consultant" minOccurs="0"/>
                <xsd:element ref="ns2:Teamslideenabled"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b95d8f-cf83-493a-9896-c9433cbed169"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4d160e31-efaf-4fd8-a064-4ad3d25cc0bf"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ShortDescription" ma:index="23" nillable="true" ma:displayName="ShortDescription" ma:format="Dropdown" ma:internalName="ShortDescription">
      <xsd:simpleType>
        <xsd:restriction base="dms:Note">
          <xsd:maxLength value="255"/>
        </xsd:restriction>
      </xsd:simpleType>
    </xsd:element>
    <xsd:element name="Industry" ma:index="24" nillable="true" ma:displayName="Industry" ma:format="Dropdown" ma:internalName="Industry">
      <xsd:complexType>
        <xsd:complexContent>
          <xsd:extension base="dms:MultiChoiceFillIn">
            <xsd:sequence>
              <xsd:element name="Value" maxOccurs="unbounded" minOccurs="0" nillable="true">
                <xsd:simpleType>
                  <xsd:union memberTypes="dms:Text">
                    <xsd:simpleType>
                      <xsd:restriction base="dms:Choice">
                        <xsd:enumeration value="Railway"/>
                        <xsd:enumeration value="Automotive"/>
                        <xsd:enumeration value="Transport&amp;Logistic"/>
                        <xsd:enumeration value="Aviation"/>
                        <xsd:enumeration value="Public Transportation"/>
                        <xsd:enumeration value="Energy"/>
                        <xsd:enumeration value="Manufacturing"/>
                        <xsd:enumeration value="Life Science"/>
                        <xsd:enumeration value="Public Sector"/>
                        <xsd:enumeration value="Financial Services"/>
                        <xsd:enumeration value="TelCo"/>
                      </xsd:restriction>
                    </xsd:simpleType>
                  </xsd:union>
                </xsd:simpleType>
              </xsd:element>
            </xsd:sequence>
          </xsd:extension>
        </xsd:complexContent>
      </xsd:complexType>
    </xsd:element>
    <xsd:element name="ProjectType" ma:index="25" nillable="true" ma:displayName="Project Type" ma:format="Dropdown" ma:internalName="ProjectType">
      <xsd:complexType>
        <xsd:complexContent>
          <xsd:extension base="dms:MultiChoiceFillIn">
            <xsd:sequence>
              <xsd:element name="Value" maxOccurs="unbounded" minOccurs="0" nillable="true">
                <xsd:simpleType>
                  <xsd:union memberTypes="dms:Text">
                    <xsd:simpleType>
                      <xsd:restriction base="dms:Choice">
                        <xsd:enumeration value="GenAI"/>
                        <xsd:enumeration value="Data Pipeline"/>
                        <xsd:enumeration value="Dashboarding"/>
                        <xsd:enumeration value="Predicitve maintenance"/>
                        <xsd:enumeration value="Timeseries"/>
                        <xsd:enumeration value="Geodata"/>
                        <xsd:enumeration value="Imaging/Object detection"/>
                        <xsd:enumeration value="Platform"/>
                        <xsd:enumeration value="Digital Twin"/>
                      </xsd:restriction>
                    </xsd:simpleType>
                  </xsd:union>
                </xsd:simpleType>
              </xsd:element>
            </xsd:sequence>
          </xsd:extension>
        </xsd:complexContent>
      </xsd:complexType>
    </xsd:element>
    <xsd:element name="Language" ma:index="26" nillable="true" ma:displayName="Language" ma:format="Dropdown" ma:internalName="Language">
      <xsd:simpleType>
        <xsd:union memberTypes="dms:Text">
          <xsd:simpleType>
            <xsd:restriction base="dms:Choice">
              <xsd:enumeration value="English"/>
              <xsd:enumeration value="German"/>
              <xsd:enumeration value="French"/>
            </xsd:restriction>
          </xsd:simpleType>
        </xsd:union>
      </xsd:simpleType>
    </xsd:element>
    <xsd:element name="Responsibility" ma:index="27" nillable="true" ma:displayName="Responsibility" ma:format="Dropdown" ma:list="UserInfo" ma:SharePointGroup="0" ma:internalName="Responsibilit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sultant" ma:index="28" nillable="true" ma:displayName="Consultant" ma:format="Dropdown" ma:list="UserInfo" ma:SharePointGroup="0" ma:internalName="Consultan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amslideenabled" ma:index="29" nillable="true" ma:displayName="Teamslide enabled" ma:format="RadioButtons" ma:internalName="Teamslideenabled">
      <xsd:simpleType>
        <xsd:restriction base="dms:Choice">
          <xsd:enumeration value="import"/>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6aa8ee5-e132-47b8-ab78-eadcf36a0d3c"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3e0f416b-3dac-4ad8-a730-f722d02f4edf}" ma:internalName="TaxCatchAll" ma:showField="CatchAllData" ma:web="86aa8ee5-e132-47b8-ab78-eadcf36a0d3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86aa8ee5-e132-47b8-ab78-eadcf36a0d3c">
      <UserInfo>
        <DisplayName>Jan Laudi</DisplayName>
        <AccountId>12</AccountId>
        <AccountType/>
      </UserInfo>
      <UserInfo>
        <DisplayName>Florian Stumpf</DisplayName>
        <AccountId>13</AccountId>
        <AccountType/>
      </UserInfo>
      <UserInfo>
        <DisplayName>Martin Schade</DisplayName>
        <AccountId>43</AccountId>
        <AccountType/>
      </UserInfo>
    </SharedWithUsers>
    <ProjectType xmlns="52b95d8f-cf83-493a-9896-c9433cbed169" xsi:nil="true"/>
    <lcf76f155ced4ddcb4097134ff3c332f xmlns="52b95d8f-cf83-493a-9896-c9433cbed169">
      <Terms xmlns="http://schemas.microsoft.com/office/infopath/2007/PartnerControls"/>
    </lcf76f155ced4ddcb4097134ff3c332f>
    <Responsibility xmlns="52b95d8f-cf83-493a-9896-c9433cbed169">
      <UserInfo>
        <DisplayName/>
        <AccountId xsi:nil="true"/>
        <AccountType/>
      </UserInfo>
    </Responsibility>
    <Consultant xmlns="52b95d8f-cf83-493a-9896-c9433cbed169">
      <UserInfo>
        <DisplayName/>
        <AccountId xsi:nil="true"/>
        <AccountType/>
      </UserInfo>
    </Consultant>
    <Teamslideenabled xmlns="52b95d8f-cf83-493a-9896-c9433cbed169" xsi:nil="true"/>
    <Industry xmlns="52b95d8f-cf83-493a-9896-c9433cbed169" xsi:nil="true"/>
    <ShortDescription xmlns="52b95d8f-cf83-493a-9896-c9433cbed169" xsi:nil="true"/>
    <TaxCatchAll xmlns="86aa8ee5-e132-47b8-ab78-eadcf36a0d3c" xsi:nil="true"/>
    <Language xmlns="52b95d8f-cf83-493a-9896-c9433cbed16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26516F-70C5-4118-8126-EF5C34F041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b95d8f-cf83-493a-9896-c9433cbed169"/>
    <ds:schemaRef ds:uri="86aa8ee5-e132-47b8-ab78-eadcf36a0d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26B806-0237-4942-A1FD-5C97285908C2}">
  <ds:schemaRefs>
    <ds:schemaRef ds:uri="http://purl.org/dc/dcmitype/"/>
    <ds:schemaRef ds:uri="http://www.w3.org/XML/1998/namespace"/>
    <ds:schemaRef ds:uri="86aa8ee5-e132-47b8-ab78-eadcf36a0d3c"/>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schemas.microsoft.com/office/infopath/2007/PartnerControls"/>
    <ds:schemaRef ds:uri="52b95d8f-cf83-493a-9896-c9433cbed169"/>
    <ds:schemaRef ds:uri="http://purl.org/dc/terms/"/>
  </ds:schemaRefs>
</ds:datastoreItem>
</file>

<file path=customXml/itemProps3.xml><?xml version="1.0" encoding="utf-8"?>
<ds:datastoreItem xmlns:ds="http://schemas.openxmlformats.org/officeDocument/2006/customXml" ds:itemID="{4B6B7BE2-63AD-4C37-AC44-F0E4FC348E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138</TotalTime>
  <Words>1156</Words>
  <Application>Microsoft Macintosh PowerPoint</Application>
  <PresentationFormat>Widescreen</PresentationFormat>
  <Paragraphs>83</Paragraphs>
  <Slides>5</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5" baseType="lpstr">
      <vt:lpstr>Hack Nerd Font Mono</vt:lpstr>
      <vt:lpstr>Verdana (Headings)</vt:lpstr>
      <vt:lpstr>Verdana Pro Bold</vt:lpstr>
      <vt:lpstr>Arial</vt:lpstr>
      <vt:lpstr>Verdana Pro</vt:lpstr>
      <vt:lpstr>Verdana Pro Light</vt:lpstr>
      <vt:lpstr>Wingdings</vt:lpstr>
      <vt:lpstr>Wingdings 2</vt:lpstr>
      <vt:lpstr>2_Eraneos Master</vt:lpstr>
      <vt:lpstr>think-cell Slide</vt:lpstr>
      <vt:lpstr>Dropzone Challenge</vt:lpstr>
      <vt:lpstr>Instructions:  You will receive access to a sandbox in Google Cloud Platform or AWS as per your preference. Additionally, you get an email with the access link to the cloud and gitlab repo to prepare the case.  The interview proceeds as follows: - Get to know (10-15 min) - Data Case Presentation + Discussion (15 min) - Data Case Code Walkthrough + Discussion (40-45 min) - Resume walkthrough (40 min) - Feedback (5 min)   Check in your presentation as well as your code into the Gitlab Repo.  State and explain the effort you put into the presentation. Remember, this case shall demonstrate both your data engineering and your consulting skills.   Feel free to reach out to us at Eraneos Analytics in case you have questions regarding the data case: career.de@eraneos.com</vt:lpstr>
      <vt:lpstr>Tasks that the service should perform </vt:lpstr>
      <vt:lpstr>Optional API enhancements</vt:lpstr>
      <vt:lpstr>Appendix | Data 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Profile</dc:title>
  <dc:creator>Branders Group AG</dc:creator>
  <cp:lastModifiedBy>Bruns, Sebastian</cp:lastModifiedBy>
  <cp:revision>59</cp:revision>
  <dcterms:created xsi:type="dcterms:W3CDTF">2022-05-17T11:57:12Z</dcterms:created>
  <dcterms:modified xsi:type="dcterms:W3CDTF">2026-01-18T07:41:40Z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0x01010040E5FEDB1D7E0E439D01C4778E26E1C7</vt:lpwstr>
  </property>
  <property fmtid="{D5CDD505-2E9C-101B-9397-08002B2CF9AE}" pid="3" name="MediaServiceImageTags">
    <vt:lpwstr/>
  </property>
  <property fmtid="{D5CDD505-2E9C-101B-9397-08002B2CF9AE}" pid="4" name="CoPTopic">
    <vt:lpwstr/>
  </property>
  <property fmtid="{D5CDD505-2E9C-101B-9397-08002B2CF9AE}" pid="5" name="MSIP_Label_defa4170-0d19-0005-0004-bc88714345d2_Enabled">
    <vt:lpwstr>true</vt:lpwstr>
  </property>
  <property fmtid="{D5CDD505-2E9C-101B-9397-08002B2CF9AE}" pid="6" name="MSIP_Label_defa4170-0d19-0005-0004-bc88714345d2_SetDate">
    <vt:lpwstr>2023-03-02T17:02:13Z</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iteId">
    <vt:lpwstr>213a6ca3-4808-4047-8aca-814d2cde4474</vt:lpwstr>
  </property>
  <property fmtid="{D5CDD505-2E9C-101B-9397-08002B2CF9AE}" pid="10" name="MSIP_Label_defa4170-0d19-0005-0004-bc88714345d2_ActionId">
    <vt:lpwstr>543a8603-b1f1-4ff1-99ed-291a354efb7f</vt:lpwstr>
  </property>
  <property fmtid="{D5CDD505-2E9C-101B-9397-08002B2CF9AE}" pid="11" name="MSIP_Label_defa4170-0d19-0005-0004-bc88714345d2_ContentBits">
    <vt:lpwstr>0</vt:lpwstr>
  </property>
  <property fmtid="{D5CDD505-2E9C-101B-9397-08002B2CF9AE}" pid="12" name="Order">
    <vt:lpwstr>857100.000000000</vt:lpwstr>
  </property>
  <property fmtid="{D5CDD505-2E9C-101B-9397-08002B2CF9AE}" pid="13" name="ComplianceAssetId">
    <vt:lpwstr/>
  </property>
  <property fmtid="{D5CDD505-2E9C-101B-9397-08002B2CF9AE}" pid="14" name="_ExtendedDescription">
    <vt:lpwstr/>
  </property>
  <property fmtid="{D5CDD505-2E9C-101B-9397-08002B2CF9AE}" pid="15" name="TriggerFlowInfo">
    <vt:lpwstr/>
  </property>
  <property fmtid="{D5CDD505-2E9C-101B-9397-08002B2CF9AE}" pid="16" name="xd_ProgID">
    <vt:lpwstr/>
  </property>
  <property fmtid="{D5CDD505-2E9C-101B-9397-08002B2CF9AE}" pid="17" name="TemplateUrl">
    <vt:lpwstr/>
  </property>
  <property fmtid="{D5CDD505-2E9C-101B-9397-08002B2CF9AE}" pid="18" name="xd_Signature">
    <vt:lpwstr/>
  </property>
  <property fmtid="{D5CDD505-2E9C-101B-9397-08002B2CF9AE}" pid="19" name="SharedWithUsers">
    <vt:lpwstr>71;#Jan Laudi;#32;#Florian Stumpf</vt:lpwstr>
  </property>
</Properties>
</file>